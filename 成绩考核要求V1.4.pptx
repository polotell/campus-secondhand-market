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60" r:id="rId2"/>
    <p:sldId id="301" r:id="rId3"/>
    <p:sldId id="263" r:id="rId4"/>
    <p:sldId id="266" r:id="rId5"/>
    <p:sldId id="268" r:id="rId6"/>
    <p:sldId id="303" r:id="rId7"/>
    <p:sldId id="307" r:id="rId8"/>
    <p:sldId id="304" r:id="rId9"/>
    <p:sldId id="289" r:id="rId10"/>
    <p:sldId id="302" r:id="rId11"/>
    <p:sldId id="305" r:id="rId12"/>
    <p:sldId id="306" r:id="rId13"/>
    <p:sldId id="283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949494"/>
    <a:srgbClr val="A6A7A7"/>
    <a:srgbClr val="8DBD57"/>
    <a:srgbClr val="F47264"/>
    <a:srgbClr val="F8D35E"/>
    <a:srgbClr val="7CC8EC"/>
    <a:srgbClr val="C4E0E2"/>
    <a:srgbClr val="498C85"/>
    <a:srgbClr val="EF91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18"/>
    <p:restoredTop sz="89708" autoAdjust="0"/>
  </p:normalViewPr>
  <p:slideViewPr>
    <p:cSldViewPr snapToGrid="0">
      <p:cViewPr varScale="1">
        <p:scale>
          <a:sx n="144" d="100"/>
          <a:sy n="144" d="100"/>
        </p:scale>
        <p:origin x="1476" y="9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920BD0-12E5-4D9C-807F-A273562DB206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F8E8F-5B5F-4FB6-9E66-F2CE3DAB9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576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E8F-5B5F-4FB6-9E66-F2CE3DAB9F3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930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8B25D-0DCF-4960-871E-E781AAE7AEC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93D02-3590-4494-9ABB-93D650CAA22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84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8B25D-0DCF-4960-871E-E781AAE7AEC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93D02-3590-4494-9ABB-93D650CAA22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05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8B25D-0DCF-4960-871E-E781AAE7AEC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93D02-3590-4494-9ABB-93D650CAA22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587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8B25D-0DCF-4960-871E-E781AAE7AEC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93D02-3590-4494-9ABB-93D650CAA22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240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8B25D-0DCF-4960-871E-E781AAE7AEC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93D02-3590-4494-9ABB-93D650CAA22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521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8B25D-0DCF-4960-871E-E781AAE7AEC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93D02-3590-4494-9ABB-93D650CAA22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379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8B25D-0DCF-4960-871E-E781AAE7AEC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93D02-3590-4494-9ABB-93D650CAA22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403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8B25D-0DCF-4960-871E-E781AAE7AEC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93D02-3590-4494-9ABB-93D650CAA22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40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8B25D-0DCF-4960-871E-E781AAE7AEC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93D02-3590-4494-9ABB-93D650CAA22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661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8B25D-0DCF-4960-871E-E781AAE7AEC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93D02-3590-4494-9ABB-93D650CAA22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203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8B25D-0DCF-4960-871E-E781AAE7AEC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93D02-3590-4494-9ABB-93D650CAA22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99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8B25D-0DCF-4960-871E-E781AAE7AEC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2026/4/14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93D02-3590-4494-9ABB-93D650CAA22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459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E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出自【趣你的PPT】(微信:qunideppt)：最优质的PPT资源库"/>
          <p:cNvGrpSpPr/>
          <p:nvPr/>
        </p:nvGrpSpPr>
        <p:grpSpPr>
          <a:xfrm>
            <a:off x="6635528" y="4766019"/>
            <a:ext cx="5570335" cy="2108954"/>
            <a:chOff x="6635528" y="4766019"/>
            <a:chExt cx="5570335" cy="2108954"/>
          </a:xfrm>
        </p:grpSpPr>
        <p:grpSp>
          <p:nvGrpSpPr>
            <p:cNvPr id="91" name="组合 90"/>
            <p:cNvGrpSpPr/>
            <p:nvPr/>
          </p:nvGrpSpPr>
          <p:grpSpPr>
            <a:xfrm>
              <a:off x="6635528" y="4788289"/>
              <a:ext cx="2331415" cy="2086684"/>
              <a:chOff x="6635528" y="4788289"/>
              <a:chExt cx="2331415" cy="2086684"/>
            </a:xfrm>
          </p:grpSpPr>
          <p:sp>
            <p:nvSpPr>
              <p:cNvPr id="83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6635528" y="4788290"/>
                <a:ext cx="2331415" cy="2086081"/>
              </a:xfrm>
              <a:custGeom>
                <a:avLst/>
                <a:gdLst>
                  <a:gd name="connsiteX0" fmla="*/ 800818 w 2331415"/>
                  <a:gd name="connsiteY0" fmla="*/ 0 h 2086081"/>
                  <a:gd name="connsiteX1" fmla="*/ 2331415 w 2331415"/>
                  <a:gd name="connsiteY1" fmla="*/ 2086081 h 2086081"/>
                  <a:gd name="connsiteX2" fmla="*/ 0 w 2331415"/>
                  <a:gd name="connsiteY2" fmla="*/ 2086081 h 2086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31415" h="2086081">
                    <a:moveTo>
                      <a:pt x="800818" y="0"/>
                    </a:moveTo>
                    <a:lnTo>
                      <a:pt x="2331415" y="2086081"/>
                    </a:lnTo>
                    <a:lnTo>
                      <a:pt x="0" y="2086081"/>
                    </a:lnTo>
                    <a:close/>
                  </a:path>
                </a:pathLst>
              </a:custGeom>
              <a:solidFill>
                <a:srgbClr val="5DA2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7436346" y="4788289"/>
                <a:ext cx="1482603" cy="2086684"/>
              </a:xfrm>
              <a:custGeom>
                <a:avLst/>
                <a:gdLst>
                  <a:gd name="connsiteX0" fmla="*/ 0 w 1482603"/>
                  <a:gd name="connsiteY0" fmla="*/ 0 h 2086684"/>
                  <a:gd name="connsiteX1" fmla="*/ 1482603 w 1482603"/>
                  <a:gd name="connsiteY1" fmla="*/ 1919271 h 2086684"/>
                  <a:gd name="connsiteX2" fmla="*/ 1443562 w 1482603"/>
                  <a:gd name="connsiteY2" fmla="*/ 2071812 h 2086684"/>
                  <a:gd name="connsiteX3" fmla="*/ 1439711 w 1482603"/>
                  <a:gd name="connsiteY3" fmla="*/ 2086684 h 2086684"/>
                  <a:gd name="connsiteX4" fmla="*/ 903587 w 1482603"/>
                  <a:gd name="connsiteY4" fmla="*/ 2086684 h 2086684"/>
                  <a:gd name="connsiteX5" fmla="*/ 830128 w 1482603"/>
                  <a:gd name="connsiteY5" fmla="*/ 1915611 h 2086684"/>
                  <a:gd name="connsiteX6" fmla="*/ 0 w 1482603"/>
                  <a:gd name="connsiteY6" fmla="*/ 0 h 2086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82603" h="2086684">
                    <a:moveTo>
                      <a:pt x="0" y="0"/>
                    </a:moveTo>
                    <a:lnTo>
                      <a:pt x="1482603" y="1919271"/>
                    </a:lnTo>
                    <a:cubicBezTo>
                      <a:pt x="1482603" y="1919271"/>
                      <a:pt x="1467081" y="1980665"/>
                      <a:pt x="1443562" y="2071812"/>
                    </a:cubicBezTo>
                    <a:lnTo>
                      <a:pt x="1439711" y="2086684"/>
                    </a:lnTo>
                    <a:lnTo>
                      <a:pt x="903587" y="2086684"/>
                    </a:lnTo>
                    <a:lnTo>
                      <a:pt x="830128" y="1915611"/>
                    </a:lnTo>
                    <a:cubicBezTo>
                      <a:pt x="473309" y="108620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2227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7111828" y="5090537"/>
                <a:ext cx="865382" cy="642673"/>
              </a:xfrm>
              <a:custGeom>
                <a:avLst/>
                <a:gdLst>
                  <a:gd name="T0" fmla="*/ 0 w 272"/>
                  <a:gd name="T1" fmla="*/ 168 h 202"/>
                  <a:gd name="T2" fmla="*/ 78 w 272"/>
                  <a:gd name="T3" fmla="*/ 119 h 202"/>
                  <a:gd name="T4" fmla="*/ 135 w 272"/>
                  <a:gd name="T5" fmla="*/ 202 h 202"/>
                  <a:gd name="T6" fmla="*/ 154 w 272"/>
                  <a:gd name="T7" fmla="*/ 111 h 202"/>
                  <a:gd name="T8" fmla="*/ 227 w 272"/>
                  <a:gd name="T9" fmla="*/ 195 h 202"/>
                  <a:gd name="T10" fmla="*/ 208 w 272"/>
                  <a:gd name="T11" fmla="*/ 66 h 202"/>
                  <a:gd name="T12" fmla="*/ 272 w 272"/>
                  <a:gd name="T13" fmla="*/ 119 h 202"/>
                  <a:gd name="T14" fmla="*/ 177 w 272"/>
                  <a:gd name="T15" fmla="*/ 0 h 202"/>
                  <a:gd name="T16" fmla="*/ 189 w 272"/>
                  <a:gd name="T17" fmla="*/ 85 h 202"/>
                  <a:gd name="T18" fmla="*/ 132 w 272"/>
                  <a:gd name="T19" fmla="*/ 54 h 202"/>
                  <a:gd name="T20" fmla="*/ 118 w 272"/>
                  <a:gd name="T21" fmla="*/ 116 h 202"/>
                  <a:gd name="T22" fmla="*/ 80 w 272"/>
                  <a:gd name="T23" fmla="*/ 45 h 202"/>
                  <a:gd name="T24" fmla="*/ 42 w 272"/>
                  <a:gd name="T25" fmla="*/ 104 h 202"/>
                  <a:gd name="T26" fmla="*/ 52 w 272"/>
                  <a:gd name="T27" fmla="*/ 28 h 202"/>
                  <a:gd name="T28" fmla="*/ 0 w 272"/>
                  <a:gd name="T29" fmla="*/ 168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2" h="202">
                    <a:moveTo>
                      <a:pt x="0" y="168"/>
                    </a:moveTo>
                    <a:lnTo>
                      <a:pt x="78" y="119"/>
                    </a:lnTo>
                    <a:lnTo>
                      <a:pt x="135" y="202"/>
                    </a:lnTo>
                    <a:lnTo>
                      <a:pt x="154" y="111"/>
                    </a:lnTo>
                    <a:lnTo>
                      <a:pt x="227" y="195"/>
                    </a:lnTo>
                    <a:lnTo>
                      <a:pt x="208" y="66"/>
                    </a:lnTo>
                    <a:lnTo>
                      <a:pt x="272" y="119"/>
                    </a:lnTo>
                    <a:lnTo>
                      <a:pt x="177" y="0"/>
                    </a:lnTo>
                    <a:lnTo>
                      <a:pt x="189" y="85"/>
                    </a:lnTo>
                    <a:lnTo>
                      <a:pt x="132" y="54"/>
                    </a:lnTo>
                    <a:lnTo>
                      <a:pt x="118" y="116"/>
                    </a:lnTo>
                    <a:lnTo>
                      <a:pt x="80" y="45"/>
                    </a:lnTo>
                    <a:lnTo>
                      <a:pt x="42" y="104"/>
                    </a:lnTo>
                    <a:lnTo>
                      <a:pt x="52" y="28"/>
                    </a:lnTo>
                    <a:lnTo>
                      <a:pt x="0" y="168"/>
                    </a:lnTo>
                    <a:close/>
                  </a:path>
                </a:pathLst>
              </a:custGeom>
              <a:solidFill>
                <a:srgbClr val="FFF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92" name="组合 91"/>
            <p:cNvGrpSpPr/>
            <p:nvPr/>
          </p:nvGrpSpPr>
          <p:grpSpPr>
            <a:xfrm>
              <a:off x="8758331" y="5370514"/>
              <a:ext cx="1872971" cy="1503858"/>
              <a:chOff x="8758331" y="5370514"/>
              <a:chExt cx="1872971" cy="1503858"/>
            </a:xfrm>
          </p:grpSpPr>
          <p:sp>
            <p:nvSpPr>
              <p:cNvPr id="85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8758331" y="5370515"/>
                <a:ext cx="1872971" cy="1503857"/>
              </a:xfrm>
              <a:custGeom>
                <a:avLst/>
                <a:gdLst>
                  <a:gd name="connsiteX0" fmla="*/ 930554 w 1872971"/>
                  <a:gd name="connsiteY0" fmla="*/ 0 h 1503857"/>
                  <a:gd name="connsiteX1" fmla="*/ 1872971 w 1872971"/>
                  <a:gd name="connsiteY1" fmla="*/ 1503857 h 1503857"/>
                  <a:gd name="connsiteX2" fmla="*/ 0 w 1872971"/>
                  <a:gd name="connsiteY2" fmla="*/ 1503857 h 1503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72971" h="1503857">
                    <a:moveTo>
                      <a:pt x="930554" y="0"/>
                    </a:moveTo>
                    <a:lnTo>
                      <a:pt x="1872971" y="1503857"/>
                    </a:lnTo>
                    <a:lnTo>
                      <a:pt x="0" y="1503857"/>
                    </a:lnTo>
                    <a:close/>
                  </a:path>
                </a:pathLst>
              </a:custGeom>
              <a:solidFill>
                <a:srgbClr val="5DA2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9688885" y="5370514"/>
                <a:ext cx="820840" cy="1503857"/>
              </a:xfrm>
              <a:custGeom>
                <a:avLst/>
                <a:gdLst>
                  <a:gd name="connsiteX0" fmla="*/ 0 w 820840"/>
                  <a:gd name="connsiteY0" fmla="*/ 0 h 1503857"/>
                  <a:gd name="connsiteX1" fmla="*/ 820840 w 820840"/>
                  <a:gd name="connsiteY1" fmla="*/ 1291710 h 1503857"/>
                  <a:gd name="connsiteX2" fmla="*/ 697163 w 820840"/>
                  <a:gd name="connsiteY2" fmla="*/ 1503857 h 1503857"/>
                  <a:gd name="connsiteX3" fmla="*/ 283880 w 820840"/>
                  <a:gd name="connsiteY3" fmla="*/ 1503857 h 1503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0840" h="1503857">
                    <a:moveTo>
                      <a:pt x="0" y="0"/>
                    </a:moveTo>
                    <a:lnTo>
                      <a:pt x="820840" y="1291710"/>
                    </a:lnTo>
                    <a:lnTo>
                      <a:pt x="697163" y="1503857"/>
                    </a:lnTo>
                    <a:lnTo>
                      <a:pt x="283880" y="1503857"/>
                    </a:lnTo>
                    <a:close/>
                  </a:path>
                </a:pathLst>
              </a:custGeom>
              <a:solidFill>
                <a:srgbClr val="2227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9342094" y="5542318"/>
                <a:ext cx="722213" cy="680852"/>
              </a:xfrm>
              <a:custGeom>
                <a:avLst/>
                <a:gdLst>
                  <a:gd name="T0" fmla="*/ 0 w 227"/>
                  <a:gd name="T1" fmla="*/ 114 h 214"/>
                  <a:gd name="T2" fmla="*/ 47 w 227"/>
                  <a:gd name="T3" fmla="*/ 93 h 214"/>
                  <a:gd name="T4" fmla="*/ 47 w 227"/>
                  <a:gd name="T5" fmla="*/ 157 h 214"/>
                  <a:gd name="T6" fmla="*/ 109 w 227"/>
                  <a:gd name="T7" fmla="*/ 91 h 214"/>
                  <a:gd name="T8" fmla="*/ 114 w 227"/>
                  <a:gd name="T9" fmla="*/ 214 h 214"/>
                  <a:gd name="T10" fmla="*/ 140 w 227"/>
                  <a:gd name="T11" fmla="*/ 110 h 214"/>
                  <a:gd name="T12" fmla="*/ 197 w 227"/>
                  <a:gd name="T13" fmla="*/ 171 h 214"/>
                  <a:gd name="T14" fmla="*/ 175 w 227"/>
                  <a:gd name="T15" fmla="*/ 95 h 214"/>
                  <a:gd name="T16" fmla="*/ 227 w 227"/>
                  <a:gd name="T17" fmla="*/ 129 h 214"/>
                  <a:gd name="T18" fmla="*/ 159 w 227"/>
                  <a:gd name="T19" fmla="*/ 17 h 214"/>
                  <a:gd name="T20" fmla="*/ 190 w 227"/>
                  <a:gd name="T21" fmla="*/ 81 h 214"/>
                  <a:gd name="T22" fmla="*/ 147 w 227"/>
                  <a:gd name="T23" fmla="*/ 55 h 214"/>
                  <a:gd name="T24" fmla="*/ 147 w 227"/>
                  <a:gd name="T25" fmla="*/ 84 h 214"/>
                  <a:gd name="T26" fmla="*/ 121 w 227"/>
                  <a:gd name="T27" fmla="*/ 41 h 214"/>
                  <a:gd name="T28" fmla="*/ 83 w 227"/>
                  <a:gd name="T29" fmla="*/ 74 h 214"/>
                  <a:gd name="T30" fmla="*/ 73 w 227"/>
                  <a:gd name="T31" fmla="*/ 0 h 214"/>
                  <a:gd name="T32" fmla="*/ 0 w 227"/>
                  <a:gd name="T33" fmla="*/ 114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27" h="214">
                    <a:moveTo>
                      <a:pt x="0" y="114"/>
                    </a:moveTo>
                    <a:lnTo>
                      <a:pt x="47" y="93"/>
                    </a:lnTo>
                    <a:lnTo>
                      <a:pt x="47" y="157"/>
                    </a:lnTo>
                    <a:lnTo>
                      <a:pt x="109" y="91"/>
                    </a:lnTo>
                    <a:lnTo>
                      <a:pt x="114" y="214"/>
                    </a:lnTo>
                    <a:lnTo>
                      <a:pt x="140" y="110"/>
                    </a:lnTo>
                    <a:lnTo>
                      <a:pt x="197" y="171"/>
                    </a:lnTo>
                    <a:lnTo>
                      <a:pt x="175" y="95"/>
                    </a:lnTo>
                    <a:lnTo>
                      <a:pt x="227" y="129"/>
                    </a:lnTo>
                    <a:lnTo>
                      <a:pt x="159" y="17"/>
                    </a:lnTo>
                    <a:lnTo>
                      <a:pt x="190" y="81"/>
                    </a:lnTo>
                    <a:lnTo>
                      <a:pt x="147" y="55"/>
                    </a:lnTo>
                    <a:lnTo>
                      <a:pt x="147" y="84"/>
                    </a:lnTo>
                    <a:lnTo>
                      <a:pt x="121" y="41"/>
                    </a:lnTo>
                    <a:lnTo>
                      <a:pt x="83" y="74"/>
                    </a:lnTo>
                    <a:lnTo>
                      <a:pt x="73" y="0"/>
                    </a:lnTo>
                    <a:lnTo>
                      <a:pt x="0" y="114"/>
                    </a:lnTo>
                    <a:close/>
                  </a:path>
                </a:pathLst>
              </a:custGeom>
              <a:solidFill>
                <a:srgbClr val="FFF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10399210" y="4766019"/>
              <a:ext cx="1806653" cy="2108352"/>
              <a:chOff x="10399210" y="4766019"/>
              <a:chExt cx="1806653" cy="2108352"/>
            </a:xfrm>
          </p:grpSpPr>
          <p:sp>
            <p:nvSpPr>
              <p:cNvPr id="88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10399210" y="4766019"/>
                <a:ext cx="1806653" cy="2108352"/>
              </a:xfrm>
              <a:custGeom>
                <a:avLst/>
                <a:gdLst>
                  <a:gd name="connsiteX0" fmla="*/ 1271781 w 1806653"/>
                  <a:gd name="connsiteY0" fmla="*/ 0 h 2108352"/>
                  <a:gd name="connsiteX1" fmla="*/ 1806653 w 1806653"/>
                  <a:gd name="connsiteY1" fmla="*/ 947793 h 2108352"/>
                  <a:gd name="connsiteX2" fmla="*/ 1806653 w 1806653"/>
                  <a:gd name="connsiteY2" fmla="*/ 2108352 h 2108352"/>
                  <a:gd name="connsiteX3" fmla="*/ 0 w 1806653"/>
                  <a:gd name="connsiteY3" fmla="*/ 2108352 h 2108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06653" h="2108352">
                    <a:moveTo>
                      <a:pt x="1271781" y="0"/>
                    </a:moveTo>
                    <a:lnTo>
                      <a:pt x="1806653" y="947793"/>
                    </a:lnTo>
                    <a:lnTo>
                      <a:pt x="1806653" y="2108352"/>
                    </a:lnTo>
                    <a:lnTo>
                      <a:pt x="0" y="2108352"/>
                    </a:lnTo>
                    <a:close/>
                  </a:path>
                </a:pathLst>
              </a:custGeom>
              <a:solidFill>
                <a:srgbClr val="5DA2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0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11670990" y="4766019"/>
                <a:ext cx="521010" cy="2010740"/>
              </a:xfrm>
              <a:custGeom>
                <a:avLst/>
                <a:gdLst>
                  <a:gd name="connsiteX0" fmla="*/ 0 w 521010"/>
                  <a:gd name="connsiteY0" fmla="*/ 0 h 2010740"/>
                  <a:gd name="connsiteX1" fmla="*/ 521010 w 521010"/>
                  <a:gd name="connsiteY1" fmla="*/ 922444 h 2010740"/>
                  <a:gd name="connsiteX2" fmla="*/ 521010 w 521010"/>
                  <a:gd name="connsiteY2" fmla="*/ 1807123 h 2010740"/>
                  <a:gd name="connsiteX3" fmla="*/ 400876 w 521010"/>
                  <a:gd name="connsiteY3" fmla="*/ 2010740 h 201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1010" h="2010740">
                    <a:moveTo>
                      <a:pt x="0" y="0"/>
                    </a:moveTo>
                    <a:lnTo>
                      <a:pt x="521010" y="922444"/>
                    </a:lnTo>
                    <a:lnTo>
                      <a:pt x="521010" y="1807123"/>
                    </a:lnTo>
                    <a:lnTo>
                      <a:pt x="400876" y="2010740"/>
                    </a:lnTo>
                    <a:close/>
                  </a:path>
                </a:pathLst>
              </a:custGeom>
              <a:solidFill>
                <a:srgbClr val="2227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11241482" y="4969638"/>
                <a:ext cx="919469" cy="763572"/>
              </a:xfrm>
              <a:custGeom>
                <a:avLst/>
                <a:gdLst>
                  <a:gd name="T0" fmla="*/ 230 w 289"/>
                  <a:gd name="T1" fmla="*/ 109 h 240"/>
                  <a:gd name="T2" fmla="*/ 289 w 289"/>
                  <a:gd name="T3" fmla="*/ 209 h 240"/>
                  <a:gd name="T4" fmla="*/ 173 w 289"/>
                  <a:gd name="T5" fmla="*/ 133 h 240"/>
                  <a:gd name="T6" fmla="*/ 142 w 289"/>
                  <a:gd name="T7" fmla="*/ 240 h 240"/>
                  <a:gd name="T8" fmla="*/ 118 w 289"/>
                  <a:gd name="T9" fmla="*/ 133 h 240"/>
                  <a:gd name="T10" fmla="*/ 55 w 289"/>
                  <a:gd name="T11" fmla="*/ 214 h 240"/>
                  <a:gd name="T12" fmla="*/ 90 w 289"/>
                  <a:gd name="T13" fmla="*/ 54 h 240"/>
                  <a:gd name="T14" fmla="*/ 0 w 289"/>
                  <a:gd name="T15" fmla="*/ 152 h 240"/>
                  <a:gd name="T16" fmla="*/ 92 w 289"/>
                  <a:gd name="T17" fmla="*/ 0 h 240"/>
                  <a:gd name="T18" fmla="*/ 111 w 289"/>
                  <a:gd name="T19" fmla="*/ 62 h 240"/>
                  <a:gd name="T20" fmla="*/ 142 w 289"/>
                  <a:gd name="T21" fmla="*/ 52 h 240"/>
                  <a:gd name="T22" fmla="*/ 152 w 289"/>
                  <a:gd name="T23" fmla="*/ 149 h 240"/>
                  <a:gd name="T24" fmla="*/ 156 w 289"/>
                  <a:gd name="T25" fmla="*/ 52 h 240"/>
                  <a:gd name="T26" fmla="*/ 237 w 289"/>
                  <a:gd name="T27" fmla="*/ 138 h 240"/>
                  <a:gd name="T28" fmla="*/ 230 w 289"/>
                  <a:gd name="T29" fmla="*/ 109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9" h="240">
                    <a:moveTo>
                      <a:pt x="230" y="109"/>
                    </a:moveTo>
                    <a:lnTo>
                      <a:pt x="289" y="209"/>
                    </a:lnTo>
                    <a:lnTo>
                      <a:pt x="173" y="133"/>
                    </a:lnTo>
                    <a:lnTo>
                      <a:pt x="142" y="240"/>
                    </a:lnTo>
                    <a:lnTo>
                      <a:pt x="118" y="133"/>
                    </a:lnTo>
                    <a:lnTo>
                      <a:pt x="55" y="214"/>
                    </a:lnTo>
                    <a:lnTo>
                      <a:pt x="90" y="54"/>
                    </a:lnTo>
                    <a:lnTo>
                      <a:pt x="0" y="152"/>
                    </a:lnTo>
                    <a:lnTo>
                      <a:pt x="92" y="0"/>
                    </a:lnTo>
                    <a:lnTo>
                      <a:pt x="111" y="62"/>
                    </a:lnTo>
                    <a:lnTo>
                      <a:pt x="142" y="52"/>
                    </a:lnTo>
                    <a:lnTo>
                      <a:pt x="152" y="149"/>
                    </a:lnTo>
                    <a:lnTo>
                      <a:pt x="156" y="52"/>
                    </a:lnTo>
                    <a:lnTo>
                      <a:pt x="237" y="138"/>
                    </a:lnTo>
                    <a:lnTo>
                      <a:pt x="230" y="109"/>
                    </a:lnTo>
                    <a:close/>
                  </a:path>
                </a:pathLst>
              </a:custGeom>
              <a:solidFill>
                <a:srgbClr val="FFF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94" name="Group 93出自【趣你的PPT】(微信:qunideppt)：最优质的PPT资源库"/>
          <p:cNvGrpSpPr/>
          <p:nvPr/>
        </p:nvGrpSpPr>
        <p:grpSpPr>
          <a:xfrm>
            <a:off x="4421560" y="6223170"/>
            <a:ext cx="2235805" cy="614261"/>
            <a:chOff x="4489451" y="5481638"/>
            <a:chExt cx="4090988" cy="1123950"/>
          </a:xfrm>
        </p:grpSpPr>
        <p:sp>
          <p:nvSpPr>
            <p:cNvPr id="95" name="出自【趣你的PPT】(微信:qunideppt)：最优质的PPT资源库"/>
            <p:cNvSpPr>
              <a:spLocks/>
            </p:cNvSpPr>
            <p:nvPr/>
          </p:nvSpPr>
          <p:spPr bwMode="auto">
            <a:xfrm>
              <a:off x="4786313" y="6257925"/>
              <a:ext cx="73025" cy="338138"/>
            </a:xfrm>
            <a:custGeom>
              <a:avLst/>
              <a:gdLst>
                <a:gd name="T0" fmla="*/ 40 w 40"/>
                <a:gd name="T1" fmla="*/ 178 h 187"/>
                <a:gd name="T2" fmla="*/ 20 w 40"/>
                <a:gd name="T3" fmla="*/ 187 h 187"/>
                <a:gd name="T4" fmla="*/ 20 w 40"/>
                <a:gd name="T5" fmla="*/ 187 h 187"/>
                <a:gd name="T6" fmla="*/ 0 w 40"/>
                <a:gd name="T7" fmla="*/ 178 h 187"/>
                <a:gd name="T8" fmla="*/ 0 w 40"/>
                <a:gd name="T9" fmla="*/ 8 h 187"/>
                <a:gd name="T10" fmla="*/ 20 w 40"/>
                <a:gd name="T11" fmla="*/ 0 h 187"/>
                <a:gd name="T12" fmla="*/ 20 w 40"/>
                <a:gd name="T13" fmla="*/ 0 h 187"/>
                <a:gd name="T14" fmla="*/ 40 w 40"/>
                <a:gd name="T15" fmla="*/ 8 h 187"/>
                <a:gd name="T16" fmla="*/ 40 w 40"/>
                <a:gd name="T17" fmla="*/ 178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187">
                  <a:moveTo>
                    <a:pt x="40" y="178"/>
                  </a:moveTo>
                  <a:cubicBezTo>
                    <a:pt x="40" y="183"/>
                    <a:pt x="31" y="187"/>
                    <a:pt x="20" y="187"/>
                  </a:cubicBezTo>
                  <a:cubicBezTo>
                    <a:pt x="20" y="187"/>
                    <a:pt x="20" y="187"/>
                    <a:pt x="20" y="187"/>
                  </a:cubicBezTo>
                  <a:cubicBezTo>
                    <a:pt x="9" y="187"/>
                    <a:pt x="0" y="183"/>
                    <a:pt x="0" y="17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9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1" y="0"/>
                    <a:pt x="40" y="4"/>
                    <a:pt x="40" y="8"/>
                  </a:cubicBezTo>
                  <a:lnTo>
                    <a:pt x="40" y="178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4489451" y="5651500"/>
              <a:ext cx="666750" cy="776288"/>
            </a:xfrm>
            <a:custGeom>
              <a:avLst/>
              <a:gdLst>
                <a:gd name="T0" fmla="*/ 260 w 370"/>
                <a:gd name="T1" fmla="*/ 304 h 429"/>
                <a:gd name="T2" fmla="*/ 353 w 370"/>
                <a:gd name="T3" fmla="*/ 288 h 429"/>
                <a:gd name="T4" fmla="*/ 246 w 370"/>
                <a:gd name="T5" fmla="*/ 207 h 429"/>
                <a:gd name="T6" fmla="*/ 326 w 370"/>
                <a:gd name="T7" fmla="*/ 184 h 429"/>
                <a:gd name="T8" fmla="*/ 233 w 370"/>
                <a:gd name="T9" fmla="*/ 120 h 429"/>
                <a:gd name="T10" fmla="*/ 271 w 370"/>
                <a:gd name="T11" fmla="*/ 104 h 429"/>
                <a:gd name="T12" fmla="*/ 186 w 370"/>
                <a:gd name="T13" fmla="*/ 0 h 429"/>
                <a:gd name="T14" fmla="*/ 89 w 370"/>
                <a:gd name="T15" fmla="*/ 103 h 429"/>
                <a:gd name="T16" fmla="*/ 136 w 370"/>
                <a:gd name="T17" fmla="*/ 121 h 429"/>
                <a:gd name="T18" fmla="*/ 44 w 370"/>
                <a:gd name="T19" fmla="*/ 184 h 429"/>
                <a:gd name="T20" fmla="*/ 124 w 370"/>
                <a:gd name="T21" fmla="*/ 207 h 429"/>
                <a:gd name="T22" fmla="*/ 17 w 370"/>
                <a:gd name="T23" fmla="*/ 288 h 429"/>
                <a:gd name="T24" fmla="*/ 110 w 370"/>
                <a:gd name="T25" fmla="*/ 304 h 429"/>
                <a:gd name="T26" fmla="*/ 0 w 370"/>
                <a:gd name="T27" fmla="*/ 397 h 429"/>
                <a:gd name="T28" fmla="*/ 186 w 370"/>
                <a:gd name="T29" fmla="*/ 429 h 429"/>
                <a:gd name="T30" fmla="*/ 370 w 370"/>
                <a:gd name="T31" fmla="*/ 397 h 429"/>
                <a:gd name="T32" fmla="*/ 260 w 370"/>
                <a:gd name="T33" fmla="*/ 304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0" h="429">
                  <a:moveTo>
                    <a:pt x="260" y="304"/>
                  </a:moveTo>
                  <a:cubicBezTo>
                    <a:pt x="289" y="305"/>
                    <a:pt x="331" y="302"/>
                    <a:pt x="353" y="288"/>
                  </a:cubicBezTo>
                  <a:cubicBezTo>
                    <a:pt x="312" y="272"/>
                    <a:pt x="267" y="235"/>
                    <a:pt x="246" y="207"/>
                  </a:cubicBezTo>
                  <a:cubicBezTo>
                    <a:pt x="281" y="203"/>
                    <a:pt x="299" y="203"/>
                    <a:pt x="326" y="184"/>
                  </a:cubicBezTo>
                  <a:cubicBezTo>
                    <a:pt x="288" y="176"/>
                    <a:pt x="248" y="141"/>
                    <a:pt x="233" y="120"/>
                  </a:cubicBezTo>
                  <a:cubicBezTo>
                    <a:pt x="253" y="114"/>
                    <a:pt x="254" y="113"/>
                    <a:pt x="271" y="104"/>
                  </a:cubicBezTo>
                  <a:cubicBezTo>
                    <a:pt x="226" y="78"/>
                    <a:pt x="195" y="34"/>
                    <a:pt x="186" y="0"/>
                  </a:cubicBezTo>
                  <a:cubicBezTo>
                    <a:pt x="168" y="54"/>
                    <a:pt x="140" y="84"/>
                    <a:pt x="89" y="103"/>
                  </a:cubicBezTo>
                  <a:cubicBezTo>
                    <a:pt x="105" y="113"/>
                    <a:pt x="119" y="118"/>
                    <a:pt x="136" y="121"/>
                  </a:cubicBezTo>
                  <a:cubicBezTo>
                    <a:pt x="122" y="142"/>
                    <a:pt x="82" y="176"/>
                    <a:pt x="44" y="184"/>
                  </a:cubicBezTo>
                  <a:cubicBezTo>
                    <a:pt x="71" y="203"/>
                    <a:pt x="89" y="203"/>
                    <a:pt x="124" y="207"/>
                  </a:cubicBezTo>
                  <a:cubicBezTo>
                    <a:pt x="103" y="235"/>
                    <a:pt x="58" y="272"/>
                    <a:pt x="17" y="288"/>
                  </a:cubicBezTo>
                  <a:cubicBezTo>
                    <a:pt x="39" y="302"/>
                    <a:pt x="81" y="305"/>
                    <a:pt x="110" y="304"/>
                  </a:cubicBezTo>
                  <a:cubicBezTo>
                    <a:pt x="95" y="333"/>
                    <a:pt x="31" y="383"/>
                    <a:pt x="0" y="397"/>
                  </a:cubicBezTo>
                  <a:cubicBezTo>
                    <a:pt x="66" y="426"/>
                    <a:pt x="133" y="429"/>
                    <a:pt x="186" y="429"/>
                  </a:cubicBezTo>
                  <a:cubicBezTo>
                    <a:pt x="239" y="429"/>
                    <a:pt x="304" y="426"/>
                    <a:pt x="370" y="397"/>
                  </a:cubicBezTo>
                  <a:cubicBezTo>
                    <a:pt x="339" y="383"/>
                    <a:pt x="275" y="333"/>
                    <a:pt x="260" y="304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5195888" y="6202363"/>
              <a:ext cx="82550" cy="388938"/>
            </a:xfrm>
            <a:custGeom>
              <a:avLst/>
              <a:gdLst>
                <a:gd name="T0" fmla="*/ 46 w 46"/>
                <a:gd name="T1" fmla="*/ 205 h 215"/>
                <a:gd name="T2" fmla="*/ 23 w 46"/>
                <a:gd name="T3" fmla="*/ 215 h 215"/>
                <a:gd name="T4" fmla="*/ 23 w 46"/>
                <a:gd name="T5" fmla="*/ 215 h 215"/>
                <a:gd name="T6" fmla="*/ 0 w 46"/>
                <a:gd name="T7" fmla="*/ 205 h 215"/>
                <a:gd name="T8" fmla="*/ 0 w 46"/>
                <a:gd name="T9" fmla="*/ 9 h 215"/>
                <a:gd name="T10" fmla="*/ 23 w 46"/>
                <a:gd name="T11" fmla="*/ 0 h 215"/>
                <a:gd name="T12" fmla="*/ 23 w 46"/>
                <a:gd name="T13" fmla="*/ 0 h 215"/>
                <a:gd name="T14" fmla="*/ 46 w 46"/>
                <a:gd name="T15" fmla="*/ 9 h 215"/>
                <a:gd name="T16" fmla="*/ 46 w 46"/>
                <a:gd name="T17" fmla="*/ 205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215">
                  <a:moveTo>
                    <a:pt x="46" y="205"/>
                  </a:moveTo>
                  <a:cubicBezTo>
                    <a:pt x="46" y="211"/>
                    <a:pt x="36" y="215"/>
                    <a:pt x="23" y="215"/>
                  </a:cubicBezTo>
                  <a:cubicBezTo>
                    <a:pt x="23" y="215"/>
                    <a:pt x="23" y="215"/>
                    <a:pt x="23" y="215"/>
                  </a:cubicBezTo>
                  <a:cubicBezTo>
                    <a:pt x="10" y="215"/>
                    <a:pt x="0" y="211"/>
                    <a:pt x="0" y="20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6" y="0"/>
                    <a:pt x="46" y="4"/>
                    <a:pt x="46" y="9"/>
                  </a:cubicBezTo>
                  <a:lnTo>
                    <a:pt x="46" y="205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4851401" y="5502275"/>
              <a:ext cx="771525" cy="895350"/>
            </a:xfrm>
            <a:custGeom>
              <a:avLst/>
              <a:gdLst>
                <a:gd name="T0" fmla="*/ 301 w 428"/>
                <a:gd name="T1" fmla="*/ 351 h 495"/>
                <a:gd name="T2" fmla="*/ 408 w 428"/>
                <a:gd name="T3" fmla="*/ 332 h 495"/>
                <a:gd name="T4" fmla="*/ 284 w 428"/>
                <a:gd name="T5" fmla="*/ 239 h 495"/>
                <a:gd name="T6" fmla="*/ 377 w 428"/>
                <a:gd name="T7" fmla="*/ 212 h 495"/>
                <a:gd name="T8" fmla="*/ 269 w 428"/>
                <a:gd name="T9" fmla="*/ 139 h 495"/>
                <a:gd name="T10" fmla="*/ 314 w 428"/>
                <a:gd name="T11" fmla="*/ 120 h 495"/>
                <a:gd name="T12" fmla="*/ 216 w 428"/>
                <a:gd name="T13" fmla="*/ 0 h 495"/>
                <a:gd name="T14" fmla="*/ 103 w 428"/>
                <a:gd name="T15" fmla="*/ 119 h 495"/>
                <a:gd name="T16" fmla="*/ 158 w 428"/>
                <a:gd name="T17" fmla="*/ 140 h 495"/>
                <a:gd name="T18" fmla="*/ 51 w 428"/>
                <a:gd name="T19" fmla="*/ 212 h 495"/>
                <a:gd name="T20" fmla="*/ 144 w 428"/>
                <a:gd name="T21" fmla="*/ 239 h 495"/>
                <a:gd name="T22" fmla="*/ 20 w 428"/>
                <a:gd name="T23" fmla="*/ 332 h 495"/>
                <a:gd name="T24" fmla="*/ 127 w 428"/>
                <a:gd name="T25" fmla="*/ 351 h 495"/>
                <a:gd name="T26" fmla="*/ 0 w 428"/>
                <a:gd name="T27" fmla="*/ 458 h 495"/>
                <a:gd name="T28" fmla="*/ 215 w 428"/>
                <a:gd name="T29" fmla="*/ 495 h 495"/>
                <a:gd name="T30" fmla="*/ 428 w 428"/>
                <a:gd name="T31" fmla="*/ 458 h 495"/>
                <a:gd name="T32" fmla="*/ 301 w 428"/>
                <a:gd name="T33" fmla="*/ 351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8" h="495">
                  <a:moveTo>
                    <a:pt x="301" y="351"/>
                  </a:moveTo>
                  <a:cubicBezTo>
                    <a:pt x="334" y="352"/>
                    <a:pt x="383" y="348"/>
                    <a:pt x="408" y="332"/>
                  </a:cubicBezTo>
                  <a:cubicBezTo>
                    <a:pt x="360" y="314"/>
                    <a:pt x="309" y="271"/>
                    <a:pt x="284" y="239"/>
                  </a:cubicBezTo>
                  <a:cubicBezTo>
                    <a:pt x="325" y="234"/>
                    <a:pt x="345" y="234"/>
                    <a:pt x="377" y="212"/>
                  </a:cubicBezTo>
                  <a:cubicBezTo>
                    <a:pt x="333" y="203"/>
                    <a:pt x="286" y="162"/>
                    <a:pt x="269" y="139"/>
                  </a:cubicBezTo>
                  <a:cubicBezTo>
                    <a:pt x="292" y="132"/>
                    <a:pt x="293" y="131"/>
                    <a:pt x="314" y="120"/>
                  </a:cubicBezTo>
                  <a:cubicBezTo>
                    <a:pt x="261" y="90"/>
                    <a:pt x="225" y="39"/>
                    <a:pt x="216" y="0"/>
                  </a:cubicBezTo>
                  <a:cubicBezTo>
                    <a:pt x="194" y="62"/>
                    <a:pt x="162" y="97"/>
                    <a:pt x="103" y="119"/>
                  </a:cubicBezTo>
                  <a:cubicBezTo>
                    <a:pt x="122" y="131"/>
                    <a:pt x="138" y="136"/>
                    <a:pt x="158" y="140"/>
                  </a:cubicBezTo>
                  <a:cubicBezTo>
                    <a:pt x="141" y="164"/>
                    <a:pt x="95" y="203"/>
                    <a:pt x="51" y="212"/>
                  </a:cubicBezTo>
                  <a:cubicBezTo>
                    <a:pt x="83" y="234"/>
                    <a:pt x="103" y="234"/>
                    <a:pt x="144" y="239"/>
                  </a:cubicBezTo>
                  <a:cubicBezTo>
                    <a:pt x="119" y="271"/>
                    <a:pt x="68" y="314"/>
                    <a:pt x="20" y="332"/>
                  </a:cubicBezTo>
                  <a:cubicBezTo>
                    <a:pt x="45" y="348"/>
                    <a:pt x="94" y="352"/>
                    <a:pt x="127" y="351"/>
                  </a:cubicBezTo>
                  <a:cubicBezTo>
                    <a:pt x="110" y="385"/>
                    <a:pt x="36" y="442"/>
                    <a:pt x="0" y="458"/>
                  </a:cubicBezTo>
                  <a:cubicBezTo>
                    <a:pt x="76" y="491"/>
                    <a:pt x="153" y="495"/>
                    <a:pt x="215" y="495"/>
                  </a:cubicBezTo>
                  <a:cubicBezTo>
                    <a:pt x="276" y="495"/>
                    <a:pt x="352" y="491"/>
                    <a:pt x="428" y="458"/>
                  </a:cubicBezTo>
                  <a:cubicBezTo>
                    <a:pt x="392" y="442"/>
                    <a:pt x="318" y="385"/>
                    <a:pt x="301" y="351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9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034088" y="6297613"/>
              <a:ext cx="65088" cy="303213"/>
            </a:xfrm>
            <a:custGeom>
              <a:avLst/>
              <a:gdLst>
                <a:gd name="T0" fmla="*/ 36 w 36"/>
                <a:gd name="T1" fmla="*/ 159 h 167"/>
                <a:gd name="T2" fmla="*/ 18 w 36"/>
                <a:gd name="T3" fmla="*/ 167 h 167"/>
                <a:gd name="T4" fmla="*/ 18 w 36"/>
                <a:gd name="T5" fmla="*/ 167 h 167"/>
                <a:gd name="T6" fmla="*/ 0 w 36"/>
                <a:gd name="T7" fmla="*/ 159 h 167"/>
                <a:gd name="T8" fmla="*/ 0 w 36"/>
                <a:gd name="T9" fmla="*/ 7 h 167"/>
                <a:gd name="T10" fmla="*/ 18 w 36"/>
                <a:gd name="T11" fmla="*/ 0 h 167"/>
                <a:gd name="T12" fmla="*/ 18 w 36"/>
                <a:gd name="T13" fmla="*/ 0 h 167"/>
                <a:gd name="T14" fmla="*/ 36 w 36"/>
                <a:gd name="T15" fmla="*/ 7 h 167"/>
                <a:gd name="T16" fmla="*/ 36 w 36"/>
                <a:gd name="T17" fmla="*/ 159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167">
                  <a:moveTo>
                    <a:pt x="36" y="159"/>
                  </a:moveTo>
                  <a:cubicBezTo>
                    <a:pt x="36" y="163"/>
                    <a:pt x="28" y="167"/>
                    <a:pt x="18" y="167"/>
                  </a:cubicBezTo>
                  <a:cubicBezTo>
                    <a:pt x="18" y="167"/>
                    <a:pt x="18" y="167"/>
                    <a:pt x="18" y="167"/>
                  </a:cubicBezTo>
                  <a:cubicBezTo>
                    <a:pt x="8" y="167"/>
                    <a:pt x="0" y="163"/>
                    <a:pt x="0" y="15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8" y="0"/>
                    <a:pt x="36" y="3"/>
                    <a:pt x="36" y="7"/>
                  </a:cubicBezTo>
                  <a:lnTo>
                    <a:pt x="36" y="159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5767388" y="5756275"/>
              <a:ext cx="598488" cy="693738"/>
            </a:xfrm>
            <a:custGeom>
              <a:avLst/>
              <a:gdLst>
                <a:gd name="T0" fmla="*/ 233 w 332"/>
                <a:gd name="T1" fmla="*/ 271 h 383"/>
                <a:gd name="T2" fmla="*/ 316 w 332"/>
                <a:gd name="T3" fmla="*/ 257 h 383"/>
                <a:gd name="T4" fmla="*/ 220 w 332"/>
                <a:gd name="T5" fmla="*/ 185 h 383"/>
                <a:gd name="T6" fmla="*/ 292 w 332"/>
                <a:gd name="T7" fmla="*/ 164 h 383"/>
                <a:gd name="T8" fmla="*/ 209 w 332"/>
                <a:gd name="T9" fmla="*/ 107 h 383"/>
                <a:gd name="T10" fmla="*/ 243 w 332"/>
                <a:gd name="T11" fmla="*/ 92 h 383"/>
                <a:gd name="T12" fmla="*/ 167 w 332"/>
                <a:gd name="T13" fmla="*/ 0 h 383"/>
                <a:gd name="T14" fmla="*/ 80 w 332"/>
                <a:gd name="T15" fmla="*/ 91 h 383"/>
                <a:gd name="T16" fmla="*/ 122 w 332"/>
                <a:gd name="T17" fmla="*/ 108 h 383"/>
                <a:gd name="T18" fmla="*/ 40 w 332"/>
                <a:gd name="T19" fmla="*/ 164 h 383"/>
                <a:gd name="T20" fmla="*/ 112 w 332"/>
                <a:gd name="T21" fmla="*/ 185 h 383"/>
                <a:gd name="T22" fmla="*/ 16 w 332"/>
                <a:gd name="T23" fmla="*/ 257 h 383"/>
                <a:gd name="T24" fmla="*/ 99 w 332"/>
                <a:gd name="T25" fmla="*/ 271 h 383"/>
                <a:gd name="T26" fmla="*/ 0 w 332"/>
                <a:gd name="T27" fmla="*/ 354 h 383"/>
                <a:gd name="T28" fmla="*/ 166 w 332"/>
                <a:gd name="T29" fmla="*/ 383 h 383"/>
                <a:gd name="T30" fmla="*/ 332 w 332"/>
                <a:gd name="T31" fmla="*/ 354 h 383"/>
                <a:gd name="T32" fmla="*/ 233 w 332"/>
                <a:gd name="T33" fmla="*/ 271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2" h="383">
                  <a:moveTo>
                    <a:pt x="233" y="271"/>
                  </a:moveTo>
                  <a:cubicBezTo>
                    <a:pt x="258" y="272"/>
                    <a:pt x="297" y="269"/>
                    <a:pt x="316" y="257"/>
                  </a:cubicBezTo>
                  <a:cubicBezTo>
                    <a:pt x="279" y="242"/>
                    <a:pt x="239" y="210"/>
                    <a:pt x="220" y="185"/>
                  </a:cubicBezTo>
                  <a:cubicBezTo>
                    <a:pt x="252" y="181"/>
                    <a:pt x="267" y="181"/>
                    <a:pt x="292" y="164"/>
                  </a:cubicBezTo>
                  <a:cubicBezTo>
                    <a:pt x="258" y="157"/>
                    <a:pt x="222" y="125"/>
                    <a:pt x="209" y="107"/>
                  </a:cubicBezTo>
                  <a:cubicBezTo>
                    <a:pt x="226" y="102"/>
                    <a:pt x="227" y="101"/>
                    <a:pt x="243" y="92"/>
                  </a:cubicBezTo>
                  <a:cubicBezTo>
                    <a:pt x="202" y="70"/>
                    <a:pt x="175" y="30"/>
                    <a:pt x="167" y="0"/>
                  </a:cubicBezTo>
                  <a:cubicBezTo>
                    <a:pt x="151" y="48"/>
                    <a:pt x="126" y="75"/>
                    <a:pt x="80" y="91"/>
                  </a:cubicBezTo>
                  <a:cubicBezTo>
                    <a:pt x="94" y="101"/>
                    <a:pt x="107" y="105"/>
                    <a:pt x="122" y="108"/>
                  </a:cubicBezTo>
                  <a:cubicBezTo>
                    <a:pt x="109" y="126"/>
                    <a:pt x="74" y="157"/>
                    <a:pt x="40" y="164"/>
                  </a:cubicBezTo>
                  <a:cubicBezTo>
                    <a:pt x="64" y="181"/>
                    <a:pt x="80" y="181"/>
                    <a:pt x="112" y="185"/>
                  </a:cubicBezTo>
                  <a:cubicBezTo>
                    <a:pt x="92" y="210"/>
                    <a:pt x="53" y="242"/>
                    <a:pt x="16" y="257"/>
                  </a:cubicBezTo>
                  <a:cubicBezTo>
                    <a:pt x="35" y="269"/>
                    <a:pt x="73" y="272"/>
                    <a:pt x="99" y="271"/>
                  </a:cubicBezTo>
                  <a:cubicBezTo>
                    <a:pt x="85" y="297"/>
                    <a:pt x="28" y="342"/>
                    <a:pt x="0" y="354"/>
                  </a:cubicBezTo>
                  <a:cubicBezTo>
                    <a:pt x="59" y="380"/>
                    <a:pt x="119" y="383"/>
                    <a:pt x="166" y="383"/>
                  </a:cubicBezTo>
                  <a:cubicBezTo>
                    <a:pt x="214" y="383"/>
                    <a:pt x="273" y="380"/>
                    <a:pt x="332" y="354"/>
                  </a:cubicBezTo>
                  <a:cubicBezTo>
                    <a:pt x="304" y="342"/>
                    <a:pt x="246" y="297"/>
                    <a:pt x="233" y="271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1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351588" y="6188075"/>
              <a:ext cx="85725" cy="392113"/>
            </a:xfrm>
            <a:custGeom>
              <a:avLst/>
              <a:gdLst>
                <a:gd name="T0" fmla="*/ 47 w 47"/>
                <a:gd name="T1" fmla="*/ 208 h 217"/>
                <a:gd name="T2" fmla="*/ 23 w 47"/>
                <a:gd name="T3" fmla="*/ 217 h 217"/>
                <a:gd name="T4" fmla="*/ 23 w 47"/>
                <a:gd name="T5" fmla="*/ 217 h 217"/>
                <a:gd name="T6" fmla="*/ 0 w 47"/>
                <a:gd name="T7" fmla="*/ 208 h 217"/>
                <a:gd name="T8" fmla="*/ 0 w 47"/>
                <a:gd name="T9" fmla="*/ 9 h 217"/>
                <a:gd name="T10" fmla="*/ 23 w 47"/>
                <a:gd name="T11" fmla="*/ 0 h 217"/>
                <a:gd name="T12" fmla="*/ 23 w 47"/>
                <a:gd name="T13" fmla="*/ 0 h 217"/>
                <a:gd name="T14" fmla="*/ 47 w 47"/>
                <a:gd name="T15" fmla="*/ 9 h 217"/>
                <a:gd name="T16" fmla="*/ 47 w 47"/>
                <a:gd name="T17" fmla="*/ 208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217">
                  <a:moveTo>
                    <a:pt x="47" y="208"/>
                  </a:moveTo>
                  <a:cubicBezTo>
                    <a:pt x="47" y="213"/>
                    <a:pt x="36" y="217"/>
                    <a:pt x="23" y="217"/>
                  </a:cubicBezTo>
                  <a:cubicBezTo>
                    <a:pt x="23" y="217"/>
                    <a:pt x="23" y="217"/>
                    <a:pt x="23" y="217"/>
                  </a:cubicBezTo>
                  <a:cubicBezTo>
                    <a:pt x="10" y="217"/>
                    <a:pt x="0" y="213"/>
                    <a:pt x="0" y="20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6" y="0"/>
                    <a:pt x="47" y="4"/>
                    <a:pt x="47" y="9"/>
                  </a:cubicBezTo>
                  <a:lnTo>
                    <a:pt x="47" y="208"/>
                  </a:ln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2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003926" y="5481638"/>
              <a:ext cx="779463" cy="904875"/>
            </a:xfrm>
            <a:custGeom>
              <a:avLst/>
              <a:gdLst>
                <a:gd name="T0" fmla="*/ 304 w 432"/>
                <a:gd name="T1" fmla="*/ 354 h 500"/>
                <a:gd name="T2" fmla="*/ 412 w 432"/>
                <a:gd name="T3" fmla="*/ 335 h 500"/>
                <a:gd name="T4" fmla="*/ 287 w 432"/>
                <a:gd name="T5" fmla="*/ 241 h 500"/>
                <a:gd name="T6" fmla="*/ 381 w 432"/>
                <a:gd name="T7" fmla="*/ 213 h 500"/>
                <a:gd name="T8" fmla="*/ 272 w 432"/>
                <a:gd name="T9" fmla="*/ 139 h 500"/>
                <a:gd name="T10" fmla="*/ 317 w 432"/>
                <a:gd name="T11" fmla="*/ 120 h 500"/>
                <a:gd name="T12" fmla="*/ 218 w 432"/>
                <a:gd name="T13" fmla="*/ 0 h 500"/>
                <a:gd name="T14" fmla="*/ 104 w 432"/>
                <a:gd name="T15" fmla="*/ 119 h 500"/>
                <a:gd name="T16" fmla="*/ 159 w 432"/>
                <a:gd name="T17" fmla="*/ 141 h 500"/>
                <a:gd name="T18" fmla="*/ 51 w 432"/>
                <a:gd name="T19" fmla="*/ 213 h 500"/>
                <a:gd name="T20" fmla="*/ 145 w 432"/>
                <a:gd name="T21" fmla="*/ 241 h 500"/>
                <a:gd name="T22" fmla="*/ 20 w 432"/>
                <a:gd name="T23" fmla="*/ 335 h 500"/>
                <a:gd name="T24" fmla="*/ 128 w 432"/>
                <a:gd name="T25" fmla="*/ 354 h 500"/>
                <a:gd name="T26" fmla="*/ 0 w 432"/>
                <a:gd name="T27" fmla="*/ 461 h 500"/>
                <a:gd name="T28" fmla="*/ 217 w 432"/>
                <a:gd name="T29" fmla="*/ 500 h 500"/>
                <a:gd name="T30" fmla="*/ 432 w 432"/>
                <a:gd name="T31" fmla="*/ 461 h 500"/>
                <a:gd name="T32" fmla="*/ 304 w 432"/>
                <a:gd name="T33" fmla="*/ 354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2" h="500">
                  <a:moveTo>
                    <a:pt x="304" y="354"/>
                  </a:moveTo>
                  <a:cubicBezTo>
                    <a:pt x="337" y="355"/>
                    <a:pt x="387" y="351"/>
                    <a:pt x="412" y="335"/>
                  </a:cubicBezTo>
                  <a:cubicBezTo>
                    <a:pt x="364" y="316"/>
                    <a:pt x="312" y="273"/>
                    <a:pt x="287" y="241"/>
                  </a:cubicBezTo>
                  <a:cubicBezTo>
                    <a:pt x="328" y="236"/>
                    <a:pt x="348" y="236"/>
                    <a:pt x="381" y="213"/>
                  </a:cubicBezTo>
                  <a:cubicBezTo>
                    <a:pt x="336" y="205"/>
                    <a:pt x="289" y="163"/>
                    <a:pt x="272" y="139"/>
                  </a:cubicBezTo>
                  <a:cubicBezTo>
                    <a:pt x="295" y="133"/>
                    <a:pt x="296" y="131"/>
                    <a:pt x="317" y="120"/>
                  </a:cubicBezTo>
                  <a:cubicBezTo>
                    <a:pt x="264" y="91"/>
                    <a:pt x="228" y="39"/>
                    <a:pt x="218" y="0"/>
                  </a:cubicBezTo>
                  <a:cubicBezTo>
                    <a:pt x="196" y="62"/>
                    <a:pt x="163" y="97"/>
                    <a:pt x="104" y="119"/>
                  </a:cubicBezTo>
                  <a:cubicBezTo>
                    <a:pt x="123" y="131"/>
                    <a:pt x="139" y="137"/>
                    <a:pt x="159" y="141"/>
                  </a:cubicBezTo>
                  <a:cubicBezTo>
                    <a:pt x="142" y="165"/>
                    <a:pt x="96" y="205"/>
                    <a:pt x="51" y="213"/>
                  </a:cubicBezTo>
                  <a:cubicBezTo>
                    <a:pt x="84" y="236"/>
                    <a:pt x="104" y="236"/>
                    <a:pt x="145" y="241"/>
                  </a:cubicBezTo>
                  <a:cubicBezTo>
                    <a:pt x="120" y="273"/>
                    <a:pt x="68" y="316"/>
                    <a:pt x="20" y="335"/>
                  </a:cubicBezTo>
                  <a:cubicBezTo>
                    <a:pt x="46" y="351"/>
                    <a:pt x="95" y="355"/>
                    <a:pt x="128" y="354"/>
                  </a:cubicBezTo>
                  <a:cubicBezTo>
                    <a:pt x="111" y="388"/>
                    <a:pt x="36" y="446"/>
                    <a:pt x="0" y="461"/>
                  </a:cubicBezTo>
                  <a:cubicBezTo>
                    <a:pt x="77" y="496"/>
                    <a:pt x="155" y="500"/>
                    <a:pt x="217" y="500"/>
                  </a:cubicBezTo>
                  <a:cubicBezTo>
                    <a:pt x="279" y="500"/>
                    <a:pt x="355" y="496"/>
                    <a:pt x="432" y="461"/>
                  </a:cubicBezTo>
                  <a:cubicBezTo>
                    <a:pt x="396" y="446"/>
                    <a:pt x="321" y="388"/>
                    <a:pt x="304" y="354"/>
                  </a:cubicBez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075488" y="6249988"/>
              <a:ext cx="71438" cy="336550"/>
            </a:xfrm>
            <a:custGeom>
              <a:avLst/>
              <a:gdLst>
                <a:gd name="T0" fmla="*/ 40 w 40"/>
                <a:gd name="T1" fmla="*/ 178 h 186"/>
                <a:gd name="T2" fmla="*/ 20 w 40"/>
                <a:gd name="T3" fmla="*/ 186 h 186"/>
                <a:gd name="T4" fmla="*/ 20 w 40"/>
                <a:gd name="T5" fmla="*/ 186 h 186"/>
                <a:gd name="T6" fmla="*/ 0 w 40"/>
                <a:gd name="T7" fmla="*/ 178 h 186"/>
                <a:gd name="T8" fmla="*/ 0 w 40"/>
                <a:gd name="T9" fmla="*/ 8 h 186"/>
                <a:gd name="T10" fmla="*/ 20 w 40"/>
                <a:gd name="T11" fmla="*/ 0 h 186"/>
                <a:gd name="T12" fmla="*/ 20 w 40"/>
                <a:gd name="T13" fmla="*/ 0 h 186"/>
                <a:gd name="T14" fmla="*/ 40 w 40"/>
                <a:gd name="T15" fmla="*/ 8 h 186"/>
                <a:gd name="T16" fmla="*/ 40 w 40"/>
                <a:gd name="T17" fmla="*/ 178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186">
                  <a:moveTo>
                    <a:pt x="40" y="178"/>
                  </a:moveTo>
                  <a:cubicBezTo>
                    <a:pt x="40" y="183"/>
                    <a:pt x="31" y="186"/>
                    <a:pt x="20" y="186"/>
                  </a:cubicBezTo>
                  <a:cubicBezTo>
                    <a:pt x="20" y="186"/>
                    <a:pt x="20" y="186"/>
                    <a:pt x="20" y="186"/>
                  </a:cubicBezTo>
                  <a:cubicBezTo>
                    <a:pt x="9" y="186"/>
                    <a:pt x="0" y="183"/>
                    <a:pt x="0" y="17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9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1" y="0"/>
                    <a:pt x="40" y="3"/>
                    <a:pt x="40" y="8"/>
                  </a:cubicBezTo>
                  <a:lnTo>
                    <a:pt x="40" y="178"/>
                  </a:lnTo>
                  <a:close/>
                </a:path>
              </a:pathLst>
            </a:custGeom>
            <a:solidFill>
              <a:srgbClr val="4F8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777038" y="5645150"/>
              <a:ext cx="666750" cy="774700"/>
            </a:xfrm>
            <a:custGeom>
              <a:avLst/>
              <a:gdLst>
                <a:gd name="T0" fmla="*/ 260 w 370"/>
                <a:gd name="T1" fmla="*/ 303 h 428"/>
                <a:gd name="T2" fmla="*/ 352 w 370"/>
                <a:gd name="T3" fmla="*/ 287 h 428"/>
                <a:gd name="T4" fmla="*/ 245 w 370"/>
                <a:gd name="T5" fmla="*/ 206 h 428"/>
                <a:gd name="T6" fmla="*/ 326 w 370"/>
                <a:gd name="T7" fmla="*/ 183 h 428"/>
                <a:gd name="T8" fmla="*/ 233 w 370"/>
                <a:gd name="T9" fmla="*/ 119 h 428"/>
                <a:gd name="T10" fmla="*/ 271 w 370"/>
                <a:gd name="T11" fmla="*/ 103 h 428"/>
                <a:gd name="T12" fmla="*/ 186 w 370"/>
                <a:gd name="T13" fmla="*/ 0 h 428"/>
                <a:gd name="T14" fmla="*/ 89 w 370"/>
                <a:gd name="T15" fmla="*/ 102 h 428"/>
                <a:gd name="T16" fmla="*/ 136 w 370"/>
                <a:gd name="T17" fmla="*/ 120 h 428"/>
                <a:gd name="T18" fmla="*/ 44 w 370"/>
                <a:gd name="T19" fmla="*/ 183 h 428"/>
                <a:gd name="T20" fmla="*/ 124 w 370"/>
                <a:gd name="T21" fmla="*/ 206 h 428"/>
                <a:gd name="T22" fmla="*/ 17 w 370"/>
                <a:gd name="T23" fmla="*/ 287 h 428"/>
                <a:gd name="T24" fmla="*/ 109 w 370"/>
                <a:gd name="T25" fmla="*/ 303 h 428"/>
                <a:gd name="T26" fmla="*/ 0 w 370"/>
                <a:gd name="T27" fmla="*/ 395 h 428"/>
                <a:gd name="T28" fmla="*/ 185 w 370"/>
                <a:gd name="T29" fmla="*/ 428 h 428"/>
                <a:gd name="T30" fmla="*/ 370 w 370"/>
                <a:gd name="T31" fmla="*/ 395 h 428"/>
                <a:gd name="T32" fmla="*/ 260 w 370"/>
                <a:gd name="T33" fmla="*/ 303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0" h="428">
                  <a:moveTo>
                    <a:pt x="260" y="303"/>
                  </a:moveTo>
                  <a:cubicBezTo>
                    <a:pt x="288" y="304"/>
                    <a:pt x="331" y="301"/>
                    <a:pt x="352" y="287"/>
                  </a:cubicBezTo>
                  <a:cubicBezTo>
                    <a:pt x="311" y="271"/>
                    <a:pt x="267" y="234"/>
                    <a:pt x="245" y="206"/>
                  </a:cubicBezTo>
                  <a:cubicBezTo>
                    <a:pt x="281" y="202"/>
                    <a:pt x="298" y="202"/>
                    <a:pt x="326" y="183"/>
                  </a:cubicBezTo>
                  <a:cubicBezTo>
                    <a:pt x="288" y="175"/>
                    <a:pt x="247" y="140"/>
                    <a:pt x="233" y="119"/>
                  </a:cubicBezTo>
                  <a:cubicBezTo>
                    <a:pt x="252" y="113"/>
                    <a:pt x="253" y="112"/>
                    <a:pt x="271" y="103"/>
                  </a:cubicBezTo>
                  <a:cubicBezTo>
                    <a:pt x="226" y="77"/>
                    <a:pt x="195" y="33"/>
                    <a:pt x="186" y="0"/>
                  </a:cubicBezTo>
                  <a:cubicBezTo>
                    <a:pt x="168" y="53"/>
                    <a:pt x="140" y="83"/>
                    <a:pt x="89" y="102"/>
                  </a:cubicBezTo>
                  <a:cubicBezTo>
                    <a:pt x="105" y="112"/>
                    <a:pt x="119" y="117"/>
                    <a:pt x="136" y="120"/>
                  </a:cubicBezTo>
                  <a:cubicBezTo>
                    <a:pt x="122" y="141"/>
                    <a:pt x="82" y="175"/>
                    <a:pt x="44" y="183"/>
                  </a:cubicBezTo>
                  <a:cubicBezTo>
                    <a:pt x="71" y="202"/>
                    <a:pt x="89" y="202"/>
                    <a:pt x="124" y="206"/>
                  </a:cubicBezTo>
                  <a:cubicBezTo>
                    <a:pt x="102" y="234"/>
                    <a:pt x="58" y="271"/>
                    <a:pt x="17" y="287"/>
                  </a:cubicBezTo>
                  <a:cubicBezTo>
                    <a:pt x="39" y="301"/>
                    <a:pt x="81" y="304"/>
                    <a:pt x="109" y="303"/>
                  </a:cubicBezTo>
                  <a:cubicBezTo>
                    <a:pt x="95" y="332"/>
                    <a:pt x="31" y="382"/>
                    <a:pt x="0" y="395"/>
                  </a:cubicBezTo>
                  <a:cubicBezTo>
                    <a:pt x="66" y="425"/>
                    <a:pt x="132" y="428"/>
                    <a:pt x="185" y="428"/>
                  </a:cubicBezTo>
                  <a:cubicBezTo>
                    <a:pt x="238" y="428"/>
                    <a:pt x="304" y="425"/>
                    <a:pt x="370" y="395"/>
                  </a:cubicBezTo>
                  <a:cubicBezTo>
                    <a:pt x="339" y="382"/>
                    <a:pt x="275" y="332"/>
                    <a:pt x="260" y="303"/>
                  </a:cubicBezTo>
                  <a:close/>
                </a:path>
              </a:pathLst>
            </a:custGeom>
            <a:solidFill>
              <a:srgbClr val="4F8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738938" y="6238875"/>
              <a:ext cx="77788" cy="360363"/>
            </a:xfrm>
            <a:custGeom>
              <a:avLst/>
              <a:gdLst>
                <a:gd name="T0" fmla="*/ 43 w 43"/>
                <a:gd name="T1" fmla="*/ 190 h 199"/>
                <a:gd name="T2" fmla="*/ 22 w 43"/>
                <a:gd name="T3" fmla="*/ 199 h 199"/>
                <a:gd name="T4" fmla="*/ 22 w 43"/>
                <a:gd name="T5" fmla="*/ 199 h 199"/>
                <a:gd name="T6" fmla="*/ 0 w 43"/>
                <a:gd name="T7" fmla="*/ 190 h 199"/>
                <a:gd name="T8" fmla="*/ 0 w 43"/>
                <a:gd name="T9" fmla="*/ 9 h 199"/>
                <a:gd name="T10" fmla="*/ 22 w 43"/>
                <a:gd name="T11" fmla="*/ 0 h 199"/>
                <a:gd name="T12" fmla="*/ 22 w 43"/>
                <a:gd name="T13" fmla="*/ 0 h 199"/>
                <a:gd name="T14" fmla="*/ 43 w 43"/>
                <a:gd name="T15" fmla="*/ 9 h 199"/>
                <a:gd name="T16" fmla="*/ 43 w 43"/>
                <a:gd name="T17" fmla="*/ 19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199">
                  <a:moveTo>
                    <a:pt x="43" y="190"/>
                  </a:moveTo>
                  <a:cubicBezTo>
                    <a:pt x="43" y="195"/>
                    <a:pt x="34" y="199"/>
                    <a:pt x="22" y="199"/>
                  </a:cubicBezTo>
                  <a:cubicBezTo>
                    <a:pt x="22" y="199"/>
                    <a:pt x="22" y="199"/>
                    <a:pt x="22" y="199"/>
                  </a:cubicBezTo>
                  <a:cubicBezTo>
                    <a:pt x="10" y="199"/>
                    <a:pt x="0" y="195"/>
                    <a:pt x="0" y="19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34" y="0"/>
                    <a:pt x="43" y="4"/>
                    <a:pt x="43" y="9"/>
                  </a:cubicBezTo>
                  <a:lnTo>
                    <a:pt x="43" y="190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421438" y="5592763"/>
              <a:ext cx="714375" cy="828675"/>
            </a:xfrm>
            <a:custGeom>
              <a:avLst/>
              <a:gdLst>
                <a:gd name="T0" fmla="*/ 278 w 396"/>
                <a:gd name="T1" fmla="*/ 324 h 458"/>
                <a:gd name="T2" fmla="*/ 377 w 396"/>
                <a:gd name="T3" fmla="*/ 307 h 458"/>
                <a:gd name="T4" fmla="*/ 263 w 396"/>
                <a:gd name="T5" fmla="*/ 221 h 458"/>
                <a:gd name="T6" fmla="*/ 349 w 396"/>
                <a:gd name="T7" fmla="*/ 196 h 458"/>
                <a:gd name="T8" fmla="*/ 249 w 396"/>
                <a:gd name="T9" fmla="*/ 128 h 458"/>
                <a:gd name="T10" fmla="*/ 290 w 396"/>
                <a:gd name="T11" fmla="*/ 111 h 458"/>
                <a:gd name="T12" fmla="*/ 199 w 396"/>
                <a:gd name="T13" fmla="*/ 0 h 458"/>
                <a:gd name="T14" fmla="*/ 95 w 396"/>
                <a:gd name="T15" fmla="*/ 109 h 458"/>
                <a:gd name="T16" fmla="*/ 146 w 396"/>
                <a:gd name="T17" fmla="*/ 129 h 458"/>
                <a:gd name="T18" fmla="*/ 47 w 396"/>
                <a:gd name="T19" fmla="*/ 196 h 458"/>
                <a:gd name="T20" fmla="*/ 133 w 396"/>
                <a:gd name="T21" fmla="*/ 221 h 458"/>
                <a:gd name="T22" fmla="*/ 19 w 396"/>
                <a:gd name="T23" fmla="*/ 307 h 458"/>
                <a:gd name="T24" fmla="*/ 118 w 396"/>
                <a:gd name="T25" fmla="*/ 324 h 458"/>
                <a:gd name="T26" fmla="*/ 0 w 396"/>
                <a:gd name="T27" fmla="*/ 423 h 458"/>
                <a:gd name="T28" fmla="*/ 199 w 396"/>
                <a:gd name="T29" fmla="*/ 458 h 458"/>
                <a:gd name="T30" fmla="*/ 396 w 396"/>
                <a:gd name="T31" fmla="*/ 423 h 458"/>
                <a:gd name="T32" fmla="*/ 278 w 396"/>
                <a:gd name="T33" fmla="*/ 324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6" h="458">
                  <a:moveTo>
                    <a:pt x="278" y="324"/>
                  </a:moveTo>
                  <a:cubicBezTo>
                    <a:pt x="308" y="325"/>
                    <a:pt x="354" y="322"/>
                    <a:pt x="377" y="307"/>
                  </a:cubicBezTo>
                  <a:cubicBezTo>
                    <a:pt x="333" y="290"/>
                    <a:pt x="286" y="251"/>
                    <a:pt x="263" y="221"/>
                  </a:cubicBezTo>
                  <a:cubicBezTo>
                    <a:pt x="300" y="216"/>
                    <a:pt x="319" y="216"/>
                    <a:pt x="349" y="196"/>
                  </a:cubicBezTo>
                  <a:cubicBezTo>
                    <a:pt x="308" y="188"/>
                    <a:pt x="265" y="150"/>
                    <a:pt x="249" y="128"/>
                  </a:cubicBezTo>
                  <a:cubicBezTo>
                    <a:pt x="270" y="122"/>
                    <a:pt x="271" y="121"/>
                    <a:pt x="290" y="111"/>
                  </a:cubicBezTo>
                  <a:cubicBezTo>
                    <a:pt x="241" y="83"/>
                    <a:pt x="208" y="36"/>
                    <a:pt x="199" y="0"/>
                  </a:cubicBezTo>
                  <a:cubicBezTo>
                    <a:pt x="180" y="57"/>
                    <a:pt x="150" y="90"/>
                    <a:pt x="95" y="109"/>
                  </a:cubicBezTo>
                  <a:cubicBezTo>
                    <a:pt x="112" y="121"/>
                    <a:pt x="127" y="126"/>
                    <a:pt x="146" y="129"/>
                  </a:cubicBezTo>
                  <a:cubicBezTo>
                    <a:pt x="130" y="151"/>
                    <a:pt x="88" y="188"/>
                    <a:pt x="47" y="196"/>
                  </a:cubicBezTo>
                  <a:cubicBezTo>
                    <a:pt x="77" y="216"/>
                    <a:pt x="96" y="216"/>
                    <a:pt x="133" y="221"/>
                  </a:cubicBezTo>
                  <a:cubicBezTo>
                    <a:pt x="110" y="251"/>
                    <a:pt x="63" y="290"/>
                    <a:pt x="19" y="307"/>
                  </a:cubicBezTo>
                  <a:cubicBezTo>
                    <a:pt x="42" y="322"/>
                    <a:pt x="87" y="325"/>
                    <a:pt x="118" y="324"/>
                  </a:cubicBezTo>
                  <a:cubicBezTo>
                    <a:pt x="102" y="355"/>
                    <a:pt x="33" y="409"/>
                    <a:pt x="0" y="423"/>
                  </a:cubicBezTo>
                  <a:cubicBezTo>
                    <a:pt x="71" y="454"/>
                    <a:pt x="142" y="458"/>
                    <a:pt x="199" y="458"/>
                  </a:cubicBezTo>
                  <a:cubicBezTo>
                    <a:pt x="255" y="458"/>
                    <a:pt x="325" y="454"/>
                    <a:pt x="396" y="423"/>
                  </a:cubicBezTo>
                  <a:cubicBezTo>
                    <a:pt x="363" y="409"/>
                    <a:pt x="294" y="355"/>
                    <a:pt x="278" y="324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810501" y="6232525"/>
              <a:ext cx="76200" cy="354013"/>
            </a:xfrm>
            <a:custGeom>
              <a:avLst/>
              <a:gdLst>
                <a:gd name="T0" fmla="*/ 42 w 42"/>
                <a:gd name="T1" fmla="*/ 187 h 195"/>
                <a:gd name="T2" fmla="*/ 21 w 42"/>
                <a:gd name="T3" fmla="*/ 195 h 195"/>
                <a:gd name="T4" fmla="*/ 21 w 42"/>
                <a:gd name="T5" fmla="*/ 195 h 195"/>
                <a:gd name="T6" fmla="*/ 0 w 42"/>
                <a:gd name="T7" fmla="*/ 187 h 195"/>
                <a:gd name="T8" fmla="*/ 0 w 42"/>
                <a:gd name="T9" fmla="*/ 9 h 195"/>
                <a:gd name="T10" fmla="*/ 21 w 42"/>
                <a:gd name="T11" fmla="*/ 0 h 195"/>
                <a:gd name="T12" fmla="*/ 21 w 42"/>
                <a:gd name="T13" fmla="*/ 0 h 195"/>
                <a:gd name="T14" fmla="*/ 42 w 42"/>
                <a:gd name="T15" fmla="*/ 9 h 195"/>
                <a:gd name="T16" fmla="*/ 42 w 42"/>
                <a:gd name="T17" fmla="*/ 187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195">
                  <a:moveTo>
                    <a:pt x="42" y="187"/>
                  </a:moveTo>
                  <a:cubicBezTo>
                    <a:pt x="42" y="191"/>
                    <a:pt x="33" y="195"/>
                    <a:pt x="21" y="195"/>
                  </a:cubicBezTo>
                  <a:cubicBezTo>
                    <a:pt x="21" y="195"/>
                    <a:pt x="21" y="195"/>
                    <a:pt x="21" y="195"/>
                  </a:cubicBezTo>
                  <a:cubicBezTo>
                    <a:pt x="10" y="195"/>
                    <a:pt x="0" y="191"/>
                    <a:pt x="0" y="18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33" y="0"/>
                    <a:pt x="42" y="4"/>
                    <a:pt x="42" y="9"/>
                  </a:cubicBezTo>
                  <a:lnTo>
                    <a:pt x="42" y="187"/>
                  </a:lnTo>
                  <a:close/>
                </a:path>
              </a:pathLst>
            </a:custGeom>
            <a:solidFill>
              <a:srgbClr val="4F8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508876" y="5624513"/>
              <a:ext cx="677863" cy="787400"/>
            </a:xfrm>
            <a:custGeom>
              <a:avLst/>
              <a:gdLst>
                <a:gd name="T0" fmla="*/ 265 w 376"/>
                <a:gd name="T1" fmla="*/ 308 h 435"/>
                <a:gd name="T2" fmla="*/ 358 w 376"/>
                <a:gd name="T3" fmla="*/ 292 h 435"/>
                <a:gd name="T4" fmla="*/ 250 w 376"/>
                <a:gd name="T5" fmla="*/ 210 h 435"/>
                <a:gd name="T6" fmla="*/ 332 w 376"/>
                <a:gd name="T7" fmla="*/ 186 h 435"/>
                <a:gd name="T8" fmla="*/ 237 w 376"/>
                <a:gd name="T9" fmla="*/ 122 h 435"/>
                <a:gd name="T10" fmla="*/ 276 w 376"/>
                <a:gd name="T11" fmla="*/ 105 h 435"/>
                <a:gd name="T12" fmla="*/ 190 w 376"/>
                <a:gd name="T13" fmla="*/ 0 h 435"/>
                <a:gd name="T14" fmla="*/ 91 w 376"/>
                <a:gd name="T15" fmla="*/ 104 h 435"/>
                <a:gd name="T16" fmla="*/ 139 w 376"/>
                <a:gd name="T17" fmla="*/ 123 h 435"/>
                <a:gd name="T18" fmla="*/ 45 w 376"/>
                <a:gd name="T19" fmla="*/ 186 h 435"/>
                <a:gd name="T20" fmla="*/ 127 w 376"/>
                <a:gd name="T21" fmla="*/ 210 h 435"/>
                <a:gd name="T22" fmla="*/ 18 w 376"/>
                <a:gd name="T23" fmla="*/ 292 h 435"/>
                <a:gd name="T24" fmla="*/ 112 w 376"/>
                <a:gd name="T25" fmla="*/ 308 h 435"/>
                <a:gd name="T26" fmla="*/ 0 w 376"/>
                <a:gd name="T27" fmla="*/ 402 h 435"/>
                <a:gd name="T28" fmla="*/ 189 w 376"/>
                <a:gd name="T29" fmla="*/ 435 h 435"/>
                <a:gd name="T30" fmla="*/ 376 w 376"/>
                <a:gd name="T31" fmla="*/ 402 h 435"/>
                <a:gd name="T32" fmla="*/ 265 w 376"/>
                <a:gd name="T33" fmla="*/ 308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6" h="435">
                  <a:moveTo>
                    <a:pt x="265" y="308"/>
                  </a:moveTo>
                  <a:cubicBezTo>
                    <a:pt x="293" y="309"/>
                    <a:pt x="337" y="306"/>
                    <a:pt x="358" y="292"/>
                  </a:cubicBezTo>
                  <a:cubicBezTo>
                    <a:pt x="317" y="275"/>
                    <a:pt x="272" y="238"/>
                    <a:pt x="250" y="210"/>
                  </a:cubicBezTo>
                  <a:cubicBezTo>
                    <a:pt x="285" y="205"/>
                    <a:pt x="303" y="205"/>
                    <a:pt x="332" y="186"/>
                  </a:cubicBezTo>
                  <a:cubicBezTo>
                    <a:pt x="293" y="179"/>
                    <a:pt x="252" y="142"/>
                    <a:pt x="237" y="122"/>
                  </a:cubicBezTo>
                  <a:cubicBezTo>
                    <a:pt x="257" y="116"/>
                    <a:pt x="258" y="115"/>
                    <a:pt x="276" y="105"/>
                  </a:cubicBezTo>
                  <a:cubicBezTo>
                    <a:pt x="230" y="79"/>
                    <a:pt x="198" y="34"/>
                    <a:pt x="190" y="0"/>
                  </a:cubicBezTo>
                  <a:cubicBezTo>
                    <a:pt x="171" y="54"/>
                    <a:pt x="142" y="85"/>
                    <a:pt x="91" y="104"/>
                  </a:cubicBezTo>
                  <a:cubicBezTo>
                    <a:pt x="107" y="115"/>
                    <a:pt x="121" y="119"/>
                    <a:pt x="139" y="123"/>
                  </a:cubicBezTo>
                  <a:cubicBezTo>
                    <a:pt x="124" y="144"/>
                    <a:pt x="84" y="179"/>
                    <a:pt x="45" y="186"/>
                  </a:cubicBezTo>
                  <a:cubicBezTo>
                    <a:pt x="73" y="205"/>
                    <a:pt x="91" y="205"/>
                    <a:pt x="127" y="210"/>
                  </a:cubicBezTo>
                  <a:cubicBezTo>
                    <a:pt x="105" y="238"/>
                    <a:pt x="60" y="275"/>
                    <a:pt x="18" y="292"/>
                  </a:cubicBezTo>
                  <a:cubicBezTo>
                    <a:pt x="40" y="306"/>
                    <a:pt x="83" y="309"/>
                    <a:pt x="112" y="308"/>
                  </a:cubicBezTo>
                  <a:cubicBezTo>
                    <a:pt x="97" y="338"/>
                    <a:pt x="32" y="388"/>
                    <a:pt x="0" y="402"/>
                  </a:cubicBezTo>
                  <a:cubicBezTo>
                    <a:pt x="67" y="431"/>
                    <a:pt x="135" y="435"/>
                    <a:pt x="189" y="435"/>
                  </a:cubicBezTo>
                  <a:cubicBezTo>
                    <a:pt x="243" y="435"/>
                    <a:pt x="309" y="431"/>
                    <a:pt x="376" y="402"/>
                  </a:cubicBezTo>
                  <a:cubicBezTo>
                    <a:pt x="345" y="388"/>
                    <a:pt x="279" y="338"/>
                    <a:pt x="265" y="308"/>
                  </a:cubicBezTo>
                  <a:close/>
                </a:path>
              </a:pathLst>
            </a:custGeom>
            <a:solidFill>
              <a:srgbClr val="4F8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412038" y="6188075"/>
              <a:ext cx="84138" cy="392113"/>
            </a:xfrm>
            <a:custGeom>
              <a:avLst/>
              <a:gdLst>
                <a:gd name="T0" fmla="*/ 47 w 47"/>
                <a:gd name="T1" fmla="*/ 208 h 217"/>
                <a:gd name="T2" fmla="*/ 23 w 47"/>
                <a:gd name="T3" fmla="*/ 217 h 217"/>
                <a:gd name="T4" fmla="*/ 23 w 47"/>
                <a:gd name="T5" fmla="*/ 217 h 217"/>
                <a:gd name="T6" fmla="*/ 0 w 47"/>
                <a:gd name="T7" fmla="*/ 208 h 217"/>
                <a:gd name="T8" fmla="*/ 0 w 47"/>
                <a:gd name="T9" fmla="*/ 9 h 217"/>
                <a:gd name="T10" fmla="*/ 23 w 47"/>
                <a:gd name="T11" fmla="*/ 0 h 217"/>
                <a:gd name="T12" fmla="*/ 23 w 47"/>
                <a:gd name="T13" fmla="*/ 0 h 217"/>
                <a:gd name="T14" fmla="*/ 47 w 47"/>
                <a:gd name="T15" fmla="*/ 9 h 217"/>
                <a:gd name="T16" fmla="*/ 47 w 47"/>
                <a:gd name="T17" fmla="*/ 208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217">
                  <a:moveTo>
                    <a:pt x="47" y="208"/>
                  </a:moveTo>
                  <a:cubicBezTo>
                    <a:pt x="47" y="213"/>
                    <a:pt x="36" y="217"/>
                    <a:pt x="23" y="217"/>
                  </a:cubicBezTo>
                  <a:cubicBezTo>
                    <a:pt x="23" y="217"/>
                    <a:pt x="23" y="217"/>
                    <a:pt x="23" y="217"/>
                  </a:cubicBezTo>
                  <a:cubicBezTo>
                    <a:pt x="10" y="217"/>
                    <a:pt x="0" y="213"/>
                    <a:pt x="0" y="20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6" y="0"/>
                    <a:pt x="47" y="4"/>
                    <a:pt x="47" y="9"/>
                  </a:cubicBezTo>
                  <a:lnTo>
                    <a:pt x="47" y="208"/>
                  </a:ln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064376" y="5481638"/>
              <a:ext cx="777875" cy="904875"/>
            </a:xfrm>
            <a:custGeom>
              <a:avLst/>
              <a:gdLst>
                <a:gd name="T0" fmla="*/ 304 w 432"/>
                <a:gd name="T1" fmla="*/ 354 h 500"/>
                <a:gd name="T2" fmla="*/ 412 w 432"/>
                <a:gd name="T3" fmla="*/ 335 h 500"/>
                <a:gd name="T4" fmla="*/ 287 w 432"/>
                <a:gd name="T5" fmla="*/ 241 h 500"/>
                <a:gd name="T6" fmla="*/ 381 w 432"/>
                <a:gd name="T7" fmla="*/ 213 h 500"/>
                <a:gd name="T8" fmla="*/ 272 w 432"/>
                <a:gd name="T9" fmla="*/ 139 h 500"/>
                <a:gd name="T10" fmla="*/ 317 w 432"/>
                <a:gd name="T11" fmla="*/ 120 h 500"/>
                <a:gd name="T12" fmla="*/ 218 w 432"/>
                <a:gd name="T13" fmla="*/ 0 h 500"/>
                <a:gd name="T14" fmla="*/ 104 w 432"/>
                <a:gd name="T15" fmla="*/ 119 h 500"/>
                <a:gd name="T16" fmla="*/ 159 w 432"/>
                <a:gd name="T17" fmla="*/ 141 h 500"/>
                <a:gd name="T18" fmla="*/ 51 w 432"/>
                <a:gd name="T19" fmla="*/ 213 h 500"/>
                <a:gd name="T20" fmla="*/ 145 w 432"/>
                <a:gd name="T21" fmla="*/ 241 h 500"/>
                <a:gd name="T22" fmla="*/ 21 w 432"/>
                <a:gd name="T23" fmla="*/ 335 h 500"/>
                <a:gd name="T24" fmla="*/ 128 w 432"/>
                <a:gd name="T25" fmla="*/ 354 h 500"/>
                <a:gd name="T26" fmla="*/ 0 w 432"/>
                <a:gd name="T27" fmla="*/ 461 h 500"/>
                <a:gd name="T28" fmla="*/ 217 w 432"/>
                <a:gd name="T29" fmla="*/ 500 h 500"/>
                <a:gd name="T30" fmla="*/ 432 w 432"/>
                <a:gd name="T31" fmla="*/ 461 h 500"/>
                <a:gd name="T32" fmla="*/ 304 w 432"/>
                <a:gd name="T33" fmla="*/ 354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2" h="500">
                  <a:moveTo>
                    <a:pt x="304" y="354"/>
                  </a:moveTo>
                  <a:cubicBezTo>
                    <a:pt x="337" y="355"/>
                    <a:pt x="387" y="351"/>
                    <a:pt x="412" y="335"/>
                  </a:cubicBezTo>
                  <a:cubicBezTo>
                    <a:pt x="364" y="316"/>
                    <a:pt x="312" y="273"/>
                    <a:pt x="287" y="241"/>
                  </a:cubicBezTo>
                  <a:cubicBezTo>
                    <a:pt x="328" y="236"/>
                    <a:pt x="348" y="236"/>
                    <a:pt x="381" y="213"/>
                  </a:cubicBezTo>
                  <a:cubicBezTo>
                    <a:pt x="337" y="205"/>
                    <a:pt x="289" y="163"/>
                    <a:pt x="272" y="139"/>
                  </a:cubicBezTo>
                  <a:cubicBezTo>
                    <a:pt x="295" y="133"/>
                    <a:pt x="296" y="131"/>
                    <a:pt x="317" y="120"/>
                  </a:cubicBezTo>
                  <a:cubicBezTo>
                    <a:pt x="264" y="91"/>
                    <a:pt x="228" y="39"/>
                    <a:pt x="218" y="0"/>
                  </a:cubicBezTo>
                  <a:cubicBezTo>
                    <a:pt x="196" y="62"/>
                    <a:pt x="163" y="97"/>
                    <a:pt x="104" y="119"/>
                  </a:cubicBezTo>
                  <a:cubicBezTo>
                    <a:pt x="123" y="131"/>
                    <a:pt x="139" y="137"/>
                    <a:pt x="159" y="141"/>
                  </a:cubicBezTo>
                  <a:cubicBezTo>
                    <a:pt x="142" y="165"/>
                    <a:pt x="96" y="205"/>
                    <a:pt x="51" y="213"/>
                  </a:cubicBezTo>
                  <a:cubicBezTo>
                    <a:pt x="84" y="236"/>
                    <a:pt x="104" y="236"/>
                    <a:pt x="145" y="241"/>
                  </a:cubicBezTo>
                  <a:cubicBezTo>
                    <a:pt x="120" y="273"/>
                    <a:pt x="68" y="316"/>
                    <a:pt x="21" y="335"/>
                  </a:cubicBezTo>
                  <a:cubicBezTo>
                    <a:pt x="46" y="351"/>
                    <a:pt x="95" y="355"/>
                    <a:pt x="128" y="354"/>
                  </a:cubicBezTo>
                  <a:cubicBezTo>
                    <a:pt x="111" y="388"/>
                    <a:pt x="36" y="446"/>
                    <a:pt x="0" y="461"/>
                  </a:cubicBezTo>
                  <a:cubicBezTo>
                    <a:pt x="77" y="496"/>
                    <a:pt x="155" y="500"/>
                    <a:pt x="217" y="500"/>
                  </a:cubicBezTo>
                  <a:cubicBezTo>
                    <a:pt x="279" y="500"/>
                    <a:pt x="355" y="496"/>
                    <a:pt x="432" y="461"/>
                  </a:cubicBezTo>
                  <a:cubicBezTo>
                    <a:pt x="396" y="446"/>
                    <a:pt x="321" y="388"/>
                    <a:pt x="304" y="354"/>
                  </a:cubicBez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470776" y="6321425"/>
              <a:ext cx="61913" cy="284163"/>
            </a:xfrm>
            <a:custGeom>
              <a:avLst/>
              <a:gdLst>
                <a:gd name="T0" fmla="*/ 34 w 34"/>
                <a:gd name="T1" fmla="*/ 150 h 157"/>
                <a:gd name="T2" fmla="*/ 17 w 34"/>
                <a:gd name="T3" fmla="*/ 157 h 157"/>
                <a:gd name="T4" fmla="*/ 17 w 34"/>
                <a:gd name="T5" fmla="*/ 157 h 157"/>
                <a:gd name="T6" fmla="*/ 0 w 34"/>
                <a:gd name="T7" fmla="*/ 150 h 157"/>
                <a:gd name="T8" fmla="*/ 0 w 34"/>
                <a:gd name="T9" fmla="*/ 7 h 157"/>
                <a:gd name="T10" fmla="*/ 17 w 34"/>
                <a:gd name="T11" fmla="*/ 0 h 157"/>
                <a:gd name="T12" fmla="*/ 17 w 34"/>
                <a:gd name="T13" fmla="*/ 0 h 157"/>
                <a:gd name="T14" fmla="*/ 34 w 34"/>
                <a:gd name="T15" fmla="*/ 7 h 157"/>
                <a:gd name="T16" fmla="*/ 34 w 34"/>
                <a:gd name="T17" fmla="*/ 15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157">
                  <a:moveTo>
                    <a:pt x="34" y="150"/>
                  </a:moveTo>
                  <a:cubicBezTo>
                    <a:pt x="34" y="154"/>
                    <a:pt x="27" y="157"/>
                    <a:pt x="17" y="157"/>
                  </a:cubicBezTo>
                  <a:cubicBezTo>
                    <a:pt x="17" y="157"/>
                    <a:pt x="17" y="157"/>
                    <a:pt x="17" y="157"/>
                  </a:cubicBezTo>
                  <a:cubicBezTo>
                    <a:pt x="8" y="157"/>
                    <a:pt x="0" y="154"/>
                    <a:pt x="0" y="15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8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7" y="0"/>
                    <a:pt x="34" y="3"/>
                    <a:pt x="34" y="7"/>
                  </a:cubicBezTo>
                  <a:lnTo>
                    <a:pt x="34" y="150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221538" y="5808663"/>
              <a:ext cx="563563" cy="655638"/>
            </a:xfrm>
            <a:custGeom>
              <a:avLst/>
              <a:gdLst>
                <a:gd name="T0" fmla="*/ 220 w 313"/>
                <a:gd name="T1" fmla="*/ 257 h 362"/>
                <a:gd name="T2" fmla="*/ 298 w 313"/>
                <a:gd name="T3" fmla="*/ 243 h 362"/>
                <a:gd name="T4" fmla="*/ 207 w 313"/>
                <a:gd name="T5" fmla="*/ 175 h 362"/>
                <a:gd name="T6" fmla="*/ 275 w 313"/>
                <a:gd name="T7" fmla="*/ 155 h 362"/>
                <a:gd name="T8" fmla="*/ 197 w 313"/>
                <a:gd name="T9" fmla="*/ 101 h 362"/>
                <a:gd name="T10" fmla="*/ 229 w 313"/>
                <a:gd name="T11" fmla="*/ 88 h 362"/>
                <a:gd name="T12" fmla="*/ 157 w 313"/>
                <a:gd name="T13" fmla="*/ 0 h 362"/>
                <a:gd name="T14" fmla="*/ 75 w 313"/>
                <a:gd name="T15" fmla="*/ 87 h 362"/>
                <a:gd name="T16" fmla="*/ 115 w 313"/>
                <a:gd name="T17" fmla="*/ 102 h 362"/>
                <a:gd name="T18" fmla="*/ 37 w 313"/>
                <a:gd name="T19" fmla="*/ 155 h 362"/>
                <a:gd name="T20" fmla="*/ 105 w 313"/>
                <a:gd name="T21" fmla="*/ 175 h 362"/>
                <a:gd name="T22" fmla="*/ 15 w 313"/>
                <a:gd name="T23" fmla="*/ 243 h 362"/>
                <a:gd name="T24" fmla="*/ 93 w 313"/>
                <a:gd name="T25" fmla="*/ 257 h 362"/>
                <a:gd name="T26" fmla="*/ 0 w 313"/>
                <a:gd name="T27" fmla="*/ 335 h 362"/>
                <a:gd name="T28" fmla="*/ 157 w 313"/>
                <a:gd name="T29" fmla="*/ 362 h 362"/>
                <a:gd name="T30" fmla="*/ 313 w 313"/>
                <a:gd name="T31" fmla="*/ 335 h 362"/>
                <a:gd name="T32" fmla="*/ 220 w 313"/>
                <a:gd name="T33" fmla="*/ 257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3" h="362">
                  <a:moveTo>
                    <a:pt x="220" y="257"/>
                  </a:moveTo>
                  <a:cubicBezTo>
                    <a:pt x="244" y="257"/>
                    <a:pt x="280" y="255"/>
                    <a:pt x="298" y="243"/>
                  </a:cubicBezTo>
                  <a:cubicBezTo>
                    <a:pt x="263" y="229"/>
                    <a:pt x="226" y="199"/>
                    <a:pt x="207" y="175"/>
                  </a:cubicBezTo>
                  <a:cubicBezTo>
                    <a:pt x="237" y="171"/>
                    <a:pt x="252" y="171"/>
                    <a:pt x="275" y="155"/>
                  </a:cubicBezTo>
                  <a:cubicBezTo>
                    <a:pt x="243" y="149"/>
                    <a:pt x="209" y="119"/>
                    <a:pt x="197" y="101"/>
                  </a:cubicBezTo>
                  <a:cubicBezTo>
                    <a:pt x="213" y="97"/>
                    <a:pt x="214" y="96"/>
                    <a:pt x="229" y="88"/>
                  </a:cubicBezTo>
                  <a:cubicBezTo>
                    <a:pt x="191" y="66"/>
                    <a:pt x="165" y="29"/>
                    <a:pt x="157" y="0"/>
                  </a:cubicBezTo>
                  <a:cubicBezTo>
                    <a:pt x="142" y="45"/>
                    <a:pt x="118" y="71"/>
                    <a:pt x="75" y="87"/>
                  </a:cubicBezTo>
                  <a:cubicBezTo>
                    <a:pt x="89" y="96"/>
                    <a:pt x="100" y="99"/>
                    <a:pt x="115" y="102"/>
                  </a:cubicBezTo>
                  <a:cubicBezTo>
                    <a:pt x="103" y="120"/>
                    <a:pt x="69" y="149"/>
                    <a:pt x="37" y="155"/>
                  </a:cubicBezTo>
                  <a:cubicBezTo>
                    <a:pt x="60" y="171"/>
                    <a:pt x="75" y="171"/>
                    <a:pt x="105" y="175"/>
                  </a:cubicBezTo>
                  <a:cubicBezTo>
                    <a:pt x="87" y="199"/>
                    <a:pt x="49" y="229"/>
                    <a:pt x="15" y="243"/>
                  </a:cubicBezTo>
                  <a:cubicBezTo>
                    <a:pt x="33" y="255"/>
                    <a:pt x="69" y="257"/>
                    <a:pt x="93" y="257"/>
                  </a:cubicBezTo>
                  <a:cubicBezTo>
                    <a:pt x="80" y="281"/>
                    <a:pt x="26" y="324"/>
                    <a:pt x="0" y="335"/>
                  </a:cubicBezTo>
                  <a:cubicBezTo>
                    <a:pt x="55" y="359"/>
                    <a:pt x="112" y="362"/>
                    <a:pt x="157" y="362"/>
                  </a:cubicBezTo>
                  <a:cubicBezTo>
                    <a:pt x="202" y="362"/>
                    <a:pt x="257" y="359"/>
                    <a:pt x="313" y="335"/>
                  </a:cubicBezTo>
                  <a:cubicBezTo>
                    <a:pt x="286" y="324"/>
                    <a:pt x="232" y="281"/>
                    <a:pt x="220" y="257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出自【趣你的PPT】(微信:qunideppt)：最优质的PPT资源库"/>
            <p:cNvSpPr>
              <a:spLocks/>
            </p:cNvSpPr>
            <p:nvPr/>
          </p:nvSpPr>
          <p:spPr bwMode="auto">
            <a:xfrm>
              <a:off x="8169276" y="6224588"/>
              <a:ext cx="80963" cy="371475"/>
            </a:xfrm>
            <a:custGeom>
              <a:avLst/>
              <a:gdLst>
                <a:gd name="T0" fmla="*/ 45 w 45"/>
                <a:gd name="T1" fmla="*/ 197 h 206"/>
                <a:gd name="T2" fmla="*/ 23 w 45"/>
                <a:gd name="T3" fmla="*/ 206 h 206"/>
                <a:gd name="T4" fmla="*/ 23 w 45"/>
                <a:gd name="T5" fmla="*/ 206 h 206"/>
                <a:gd name="T6" fmla="*/ 0 w 45"/>
                <a:gd name="T7" fmla="*/ 197 h 206"/>
                <a:gd name="T8" fmla="*/ 0 w 45"/>
                <a:gd name="T9" fmla="*/ 9 h 206"/>
                <a:gd name="T10" fmla="*/ 23 w 45"/>
                <a:gd name="T11" fmla="*/ 0 h 206"/>
                <a:gd name="T12" fmla="*/ 23 w 45"/>
                <a:gd name="T13" fmla="*/ 0 h 206"/>
                <a:gd name="T14" fmla="*/ 45 w 45"/>
                <a:gd name="T15" fmla="*/ 9 h 206"/>
                <a:gd name="T16" fmla="*/ 45 w 45"/>
                <a:gd name="T17" fmla="*/ 197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206">
                  <a:moveTo>
                    <a:pt x="45" y="197"/>
                  </a:moveTo>
                  <a:cubicBezTo>
                    <a:pt x="45" y="202"/>
                    <a:pt x="35" y="206"/>
                    <a:pt x="23" y="206"/>
                  </a:cubicBezTo>
                  <a:cubicBezTo>
                    <a:pt x="23" y="206"/>
                    <a:pt x="23" y="206"/>
                    <a:pt x="23" y="206"/>
                  </a:cubicBezTo>
                  <a:cubicBezTo>
                    <a:pt x="10" y="206"/>
                    <a:pt x="0" y="202"/>
                    <a:pt x="0" y="19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5" y="4"/>
                    <a:pt x="45" y="9"/>
                  </a:cubicBezTo>
                  <a:lnTo>
                    <a:pt x="45" y="197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839076" y="5553075"/>
              <a:ext cx="741363" cy="858838"/>
            </a:xfrm>
            <a:custGeom>
              <a:avLst/>
              <a:gdLst>
                <a:gd name="T0" fmla="*/ 289 w 411"/>
                <a:gd name="T1" fmla="*/ 336 h 475"/>
                <a:gd name="T2" fmla="*/ 392 w 411"/>
                <a:gd name="T3" fmla="*/ 319 h 475"/>
                <a:gd name="T4" fmla="*/ 273 w 411"/>
                <a:gd name="T5" fmla="*/ 229 h 475"/>
                <a:gd name="T6" fmla="*/ 362 w 411"/>
                <a:gd name="T7" fmla="*/ 203 h 475"/>
                <a:gd name="T8" fmla="*/ 259 w 411"/>
                <a:gd name="T9" fmla="*/ 133 h 475"/>
                <a:gd name="T10" fmla="*/ 301 w 411"/>
                <a:gd name="T11" fmla="*/ 115 h 475"/>
                <a:gd name="T12" fmla="*/ 207 w 411"/>
                <a:gd name="T13" fmla="*/ 0 h 475"/>
                <a:gd name="T14" fmla="*/ 99 w 411"/>
                <a:gd name="T15" fmla="*/ 113 h 475"/>
                <a:gd name="T16" fmla="*/ 152 w 411"/>
                <a:gd name="T17" fmla="*/ 134 h 475"/>
                <a:gd name="T18" fmla="*/ 49 w 411"/>
                <a:gd name="T19" fmla="*/ 203 h 475"/>
                <a:gd name="T20" fmla="*/ 138 w 411"/>
                <a:gd name="T21" fmla="*/ 229 h 475"/>
                <a:gd name="T22" fmla="*/ 20 w 411"/>
                <a:gd name="T23" fmla="*/ 319 h 475"/>
                <a:gd name="T24" fmla="*/ 122 w 411"/>
                <a:gd name="T25" fmla="*/ 336 h 475"/>
                <a:gd name="T26" fmla="*/ 0 w 411"/>
                <a:gd name="T27" fmla="*/ 439 h 475"/>
                <a:gd name="T28" fmla="*/ 206 w 411"/>
                <a:gd name="T29" fmla="*/ 475 h 475"/>
                <a:gd name="T30" fmla="*/ 411 w 411"/>
                <a:gd name="T31" fmla="*/ 439 h 475"/>
                <a:gd name="T32" fmla="*/ 289 w 411"/>
                <a:gd name="T33" fmla="*/ 336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1" h="475">
                  <a:moveTo>
                    <a:pt x="289" y="336"/>
                  </a:moveTo>
                  <a:cubicBezTo>
                    <a:pt x="320" y="337"/>
                    <a:pt x="368" y="334"/>
                    <a:pt x="392" y="319"/>
                  </a:cubicBezTo>
                  <a:cubicBezTo>
                    <a:pt x="346" y="301"/>
                    <a:pt x="297" y="260"/>
                    <a:pt x="273" y="229"/>
                  </a:cubicBezTo>
                  <a:cubicBezTo>
                    <a:pt x="312" y="224"/>
                    <a:pt x="331" y="224"/>
                    <a:pt x="362" y="203"/>
                  </a:cubicBezTo>
                  <a:cubicBezTo>
                    <a:pt x="320" y="195"/>
                    <a:pt x="275" y="155"/>
                    <a:pt x="259" y="133"/>
                  </a:cubicBezTo>
                  <a:cubicBezTo>
                    <a:pt x="281" y="126"/>
                    <a:pt x="282" y="125"/>
                    <a:pt x="301" y="115"/>
                  </a:cubicBezTo>
                  <a:cubicBezTo>
                    <a:pt x="251" y="86"/>
                    <a:pt x="217" y="37"/>
                    <a:pt x="207" y="0"/>
                  </a:cubicBezTo>
                  <a:cubicBezTo>
                    <a:pt x="187" y="59"/>
                    <a:pt x="156" y="93"/>
                    <a:pt x="99" y="113"/>
                  </a:cubicBezTo>
                  <a:cubicBezTo>
                    <a:pt x="117" y="125"/>
                    <a:pt x="132" y="130"/>
                    <a:pt x="152" y="134"/>
                  </a:cubicBezTo>
                  <a:cubicBezTo>
                    <a:pt x="135" y="157"/>
                    <a:pt x="91" y="195"/>
                    <a:pt x="49" y="203"/>
                  </a:cubicBezTo>
                  <a:cubicBezTo>
                    <a:pt x="80" y="224"/>
                    <a:pt x="99" y="224"/>
                    <a:pt x="138" y="229"/>
                  </a:cubicBezTo>
                  <a:cubicBezTo>
                    <a:pt x="114" y="260"/>
                    <a:pt x="65" y="301"/>
                    <a:pt x="20" y="319"/>
                  </a:cubicBezTo>
                  <a:cubicBezTo>
                    <a:pt x="44" y="334"/>
                    <a:pt x="91" y="337"/>
                    <a:pt x="122" y="336"/>
                  </a:cubicBezTo>
                  <a:cubicBezTo>
                    <a:pt x="106" y="369"/>
                    <a:pt x="35" y="424"/>
                    <a:pt x="0" y="439"/>
                  </a:cubicBezTo>
                  <a:cubicBezTo>
                    <a:pt x="73" y="471"/>
                    <a:pt x="148" y="475"/>
                    <a:pt x="206" y="475"/>
                  </a:cubicBezTo>
                  <a:cubicBezTo>
                    <a:pt x="265" y="475"/>
                    <a:pt x="338" y="471"/>
                    <a:pt x="411" y="439"/>
                  </a:cubicBezTo>
                  <a:cubicBezTo>
                    <a:pt x="377" y="424"/>
                    <a:pt x="305" y="369"/>
                    <a:pt x="289" y="336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A1739CCD-15D2-DF42-93E6-EA1C7FFB46A4}"/>
              </a:ext>
            </a:extLst>
          </p:cNvPr>
          <p:cNvSpPr txBox="1"/>
          <p:nvPr/>
        </p:nvSpPr>
        <p:spPr>
          <a:xfrm>
            <a:off x="4010297" y="2690949"/>
            <a:ext cx="56188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latin typeface="Kaiti SC" panose="02010600040101010101" pitchFamily="2" charset="-122"/>
                <a:ea typeface="Kaiti SC" panose="02010600040101010101" pitchFamily="2" charset="-122"/>
              </a:rPr>
              <a:t>2026</a:t>
            </a:r>
            <a:r>
              <a:rPr kumimoji="1" lang="zh-CN" altLang="en-US" sz="3600" b="1" dirty="0">
                <a:latin typeface="Kaiti SC" panose="02010600040101010101" pitchFamily="2" charset="-122"/>
                <a:ea typeface="Kaiti SC" panose="02010600040101010101" pitchFamily="2" charset="-122"/>
              </a:rPr>
              <a:t>年 软件开发实践成绩</a:t>
            </a:r>
            <a:endParaRPr kumimoji="1" lang="en-US" altLang="zh-CN" sz="3600" b="1" dirty="0">
              <a:latin typeface="Kaiti SC" panose="02010600040101010101" pitchFamily="2" charset="-122"/>
              <a:ea typeface="Kaiti SC" panose="02010600040101010101" pitchFamily="2" charset="-122"/>
            </a:endParaRPr>
          </a:p>
          <a:p>
            <a:pPr algn="ctr"/>
            <a:r>
              <a:rPr kumimoji="1" lang="zh-CN" altLang="en-US" sz="3600" b="1" dirty="0">
                <a:latin typeface="Kaiti SC" panose="02010600040101010101" pitchFamily="2" charset="-122"/>
                <a:ea typeface="Kaiti SC" panose="02010600040101010101" pitchFamily="2" charset="-122"/>
              </a:rPr>
              <a:t>评定标准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5E250D-8D1A-CB46-877E-4C11386522D4}"/>
              </a:ext>
            </a:extLst>
          </p:cNvPr>
          <p:cNvSpPr txBox="1"/>
          <p:nvPr/>
        </p:nvSpPr>
        <p:spPr>
          <a:xfrm>
            <a:off x="7270376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8593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E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出自【趣你的PPT】(微信:qunideppt)：最优质的PPT资源库"/>
          <p:cNvGrpSpPr/>
          <p:nvPr/>
        </p:nvGrpSpPr>
        <p:grpSpPr>
          <a:xfrm>
            <a:off x="895507" y="1776383"/>
            <a:ext cx="3136392" cy="3108960"/>
            <a:chOff x="1865376" y="1938528"/>
            <a:chExt cx="3136392" cy="3108960"/>
          </a:xfrm>
        </p:grpSpPr>
        <p:grpSp>
          <p:nvGrpSpPr>
            <p:cNvPr id="12" name="组合 11"/>
            <p:cNvGrpSpPr/>
            <p:nvPr/>
          </p:nvGrpSpPr>
          <p:grpSpPr>
            <a:xfrm>
              <a:off x="1865376" y="1938528"/>
              <a:ext cx="3136392" cy="3108960"/>
              <a:chOff x="1874520" y="1901952"/>
              <a:chExt cx="3136392" cy="3108960"/>
            </a:xfrm>
          </p:grpSpPr>
          <p:sp>
            <p:nvSpPr>
              <p:cNvPr id="4" name="出自【趣你的PPT】(微信:qunideppt)：最优质的PPT资源库"/>
              <p:cNvSpPr/>
              <p:nvPr/>
            </p:nvSpPr>
            <p:spPr>
              <a:xfrm>
                <a:off x="2057400" y="2066544"/>
                <a:ext cx="2770632" cy="277063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6" name="出自【趣你的PPT】(微信:qunideppt)：最优质的PPT资源库"/>
              <p:cNvCxnSpPr/>
              <p:nvPr/>
            </p:nvCxnSpPr>
            <p:spPr>
              <a:xfrm>
                <a:off x="3429000" y="1901952"/>
                <a:ext cx="0" cy="35661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出自【趣你的PPT】(微信:qunideppt)：最优质的PPT资源库"/>
              <p:cNvCxnSpPr/>
              <p:nvPr/>
            </p:nvCxnSpPr>
            <p:spPr>
              <a:xfrm>
                <a:off x="4672584" y="3456432"/>
                <a:ext cx="338328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出自【趣你的PPT】(微信:qunideppt)：最优质的PPT资源库"/>
              <p:cNvCxnSpPr/>
              <p:nvPr/>
            </p:nvCxnSpPr>
            <p:spPr>
              <a:xfrm>
                <a:off x="3425952" y="4654296"/>
                <a:ext cx="0" cy="35661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出自【趣你的PPT】(微信:qunideppt)：最优质的PPT资源库"/>
              <p:cNvCxnSpPr/>
              <p:nvPr/>
            </p:nvCxnSpPr>
            <p:spPr>
              <a:xfrm>
                <a:off x="1874520" y="3451860"/>
                <a:ext cx="338328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/>
            <p:cNvGrpSpPr/>
            <p:nvPr/>
          </p:nvGrpSpPr>
          <p:grpSpPr>
            <a:xfrm flipH="1">
              <a:off x="2758337" y="2971800"/>
              <a:ext cx="1467285" cy="851361"/>
              <a:chOff x="898525" y="1714500"/>
              <a:chExt cx="5212055" cy="3024188"/>
            </a:xfrm>
          </p:grpSpPr>
          <p:sp>
            <p:nvSpPr>
              <p:cNvPr id="14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5114925" y="3651250"/>
                <a:ext cx="130175" cy="593725"/>
              </a:xfrm>
              <a:custGeom>
                <a:avLst/>
                <a:gdLst>
                  <a:gd name="T0" fmla="*/ 41 w 41"/>
                  <a:gd name="T1" fmla="*/ 178 h 186"/>
                  <a:gd name="T2" fmla="*/ 20 w 41"/>
                  <a:gd name="T3" fmla="*/ 186 h 186"/>
                  <a:gd name="T4" fmla="*/ 0 w 41"/>
                  <a:gd name="T5" fmla="*/ 178 h 186"/>
                  <a:gd name="T6" fmla="*/ 0 w 41"/>
                  <a:gd name="T7" fmla="*/ 8 h 186"/>
                  <a:gd name="T8" fmla="*/ 20 w 41"/>
                  <a:gd name="T9" fmla="*/ 0 h 186"/>
                  <a:gd name="T10" fmla="*/ 41 w 41"/>
                  <a:gd name="T11" fmla="*/ 8 h 186"/>
                  <a:gd name="T12" fmla="*/ 41 w 41"/>
                  <a:gd name="T13" fmla="*/ 178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" h="186">
                    <a:moveTo>
                      <a:pt x="41" y="178"/>
                    </a:moveTo>
                    <a:cubicBezTo>
                      <a:pt x="41" y="183"/>
                      <a:pt x="32" y="186"/>
                      <a:pt x="20" y="186"/>
                    </a:cubicBezTo>
                    <a:cubicBezTo>
                      <a:pt x="9" y="186"/>
                      <a:pt x="0" y="183"/>
                      <a:pt x="0" y="17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9" y="0"/>
                      <a:pt x="20" y="0"/>
                    </a:cubicBezTo>
                    <a:cubicBezTo>
                      <a:pt x="32" y="0"/>
                      <a:pt x="41" y="4"/>
                      <a:pt x="41" y="8"/>
                    </a:cubicBezTo>
                    <a:lnTo>
                      <a:pt x="41" y="178"/>
                    </a:lnTo>
                    <a:close/>
                  </a:path>
                </a:pathLst>
              </a:custGeom>
              <a:solidFill>
                <a:srgbClr val="4F85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3446463" y="1714500"/>
                <a:ext cx="103188" cy="461963"/>
              </a:xfrm>
              <a:custGeom>
                <a:avLst/>
                <a:gdLst>
                  <a:gd name="T0" fmla="*/ 0 w 32"/>
                  <a:gd name="T1" fmla="*/ 16 h 145"/>
                  <a:gd name="T2" fmla="*/ 0 w 32"/>
                  <a:gd name="T3" fmla="*/ 129 h 145"/>
                  <a:gd name="T4" fmla="*/ 16 w 32"/>
                  <a:gd name="T5" fmla="*/ 145 h 145"/>
                  <a:gd name="T6" fmla="*/ 32 w 32"/>
                  <a:gd name="T7" fmla="*/ 129 h 145"/>
                  <a:gd name="T8" fmla="*/ 32 w 32"/>
                  <a:gd name="T9" fmla="*/ 16 h 145"/>
                  <a:gd name="T10" fmla="*/ 16 w 32"/>
                  <a:gd name="T11" fmla="*/ 0 h 145"/>
                  <a:gd name="T12" fmla="*/ 0 w 32"/>
                  <a:gd name="T13" fmla="*/ 16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145">
                    <a:moveTo>
                      <a:pt x="0" y="16"/>
                    </a:moveTo>
                    <a:cubicBezTo>
                      <a:pt x="0" y="129"/>
                      <a:pt x="0" y="129"/>
                      <a:pt x="0" y="129"/>
                    </a:cubicBezTo>
                    <a:cubicBezTo>
                      <a:pt x="0" y="138"/>
                      <a:pt x="8" y="145"/>
                      <a:pt x="16" y="145"/>
                    </a:cubicBezTo>
                    <a:cubicBezTo>
                      <a:pt x="25" y="145"/>
                      <a:pt x="32" y="138"/>
                      <a:pt x="32" y="129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ubicBezTo>
                      <a:pt x="8" y="0"/>
                      <a:pt x="0" y="7"/>
                      <a:pt x="0" y="16"/>
                    </a:cubicBezTo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4421188" y="1714500"/>
                <a:ext cx="101600" cy="461963"/>
              </a:xfrm>
              <a:custGeom>
                <a:avLst/>
                <a:gdLst>
                  <a:gd name="T0" fmla="*/ 0 w 32"/>
                  <a:gd name="T1" fmla="*/ 16 h 145"/>
                  <a:gd name="T2" fmla="*/ 0 w 32"/>
                  <a:gd name="T3" fmla="*/ 129 h 145"/>
                  <a:gd name="T4" fmla="*/ 16 w 32"/>
                  <a:gd name="T5" fmla="*/ 145 h 145"/>
                  <a:gd name="T6" fmla="*/ 32 w 32"/>
                  <a:gd name="T7" fmla="*/ 129 h 145"/>
                  <a:gd name="T8" fmla="*/ 32 w 32"/>
                  <a:gd name="T9" fmla="*/ 16 h 145"/>
                  <a:gd name="T10" fmla="*/ 16 w 32"/>
                  <a:gd name="T11" fmla="*/ 0 h 145"/>
                  <a:gd name="T12" fmla="*/ 0 w 32"/>
                  <a:gd name="T13" fmla="*/ 16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145">
                    <a:moveTo>
                      <a:pt x="0" y="16"/>
                    </a:moveTo>
                    <a:cubicBezTo>
                      <a:pt x="0" y="129"/>
                      <a:pt x="0" y="129"/>
                      <a:pt x="0" y="129"/>
                    </a:cubicBezTo>
                    <a:cubicBezTo>
                      <a:pt x="0" y="138"/>
                      <a:pt x="7" y="145"/>
                      <a:pt x="16" y="145"/>
                    </a:cubicBezTo>
                    <a:cubicBezTo>
                      <a:pt x="25" y="145"/>
                      <a:pt x="32" y="138"/>
                      <a:pt x="32" y="129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5391150" y="1714500"/>
                <a:ext cx="101600" cy="461963"/>
              </a:xfrm>
              <a:custGeom>
                <a:avLst/>
                <a:gdLst>
                  <a:gd name="T0" fmla="*/ 0 w 32"/>
                  <a:gd name="T1" fmla="*/ 16 h 145"/>
                  <a:gd name="T2" fmla="*/ 0 w 32"/>
                  <a:gd name="T3" fmla="*/ 129 h 145"/>
                  <a:gd name="T4" fmla="*/ 16 w 32"/>
                  <a:gd name="T5" fmla="*/ 145 h 145"/>
                  <a:gd name="T6" fmla="*/ 32 w 32"/>
                  <a:gd name="T7" fmla="*/ 129 h 145"/>
                  <a:gd name="T8" fmla="*/ 32 w 32"/>
                  <a:gd name="T9" fmla="*/ 16 h 145"/>
                  <a:gd name="T10" fmla="*/ 16 w 32"/>
                  <a:gd name="T11" fmla="*/ 0 h 145"/>
                  <a:gd name="T12" fmla="*/ 0 w 32"/>
                  <a:gd name="T13" fmla="*/ 16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145">
                    <a:moveTo>
                      <a:pt x="0" y="16"/>
                    </a:moveTo>
                    <a:cubicBezTo>
                      <a:pt x="0" y="129"/>
                      <a:pt x="0" y="129"/>
                      <a:pt x="0" y="129"/>
                    </a:cubicBezTo>
                    <a:cubicBezTo>
                      <a:pt x="0" y="138"/>
                      <a:pt x="7" y="145"/>
                      <a:pt x="16" y="145"/>
                    </a:cubicBezTo>
                    <a:cubicBezTo>
                      <a:pt x="25" y="145"/>
                      <a:pt x="32" y="138"/>
                      <a:pt x="32" y="129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3498850" y="1822450"/>
                <a:ext cx="1943100" cy="762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3498850" y="1822450"/>
                <a:ext cx="1943100" cy="76200"/>
              </a:xfrm>
              <a:custGeom>
                <a:avLst/>
                <a:gdLst>
                  <a:gd name="T0" fmla="*/ 0 w 1224"/>
                  <a:gd name="T1" fmla="*/ 48 h 48"/>
                  <a:gd name="T2" fmla="*/ 1224 w 1224"/>
                  <a:gd name="T3" fmla="*/ 48 h 48"/>
                  <a:gd name="T4" fmla="*/ 1224 w 1224"/>
                  <a:gd name="T5" fmla="*/ 0 h 48"/>
                  <a:gd name="T6" fmla="*/ 0 w 1224"/>
                  <a:gd name="T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24" h="48">
                    <a:moveTo>
                      <a:pt x="0" y="48"/>
                    </a:moveTo>
                    <a:lnTo>
                      <a:pt x="1224" y="48"/>
                    </a:lnTo>
                    <a:lnTo>
                      <a:pt x="1224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0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968667" y="3168893"/>
                <a:ext cx="5141913" cy="1371600"/>
              </a:xfrm>
              <a:custGeom>
                <a:avLst/>
                <a:gdLst>
                  <a:gd name="T0" fmla="*/ 167 w 1616"/>
                  <a:gd name="T1" fmla="*/ 0 h 430"/>
                  <a:gd name="T2" fmla="*/ 8 w 1616"/>
                  <a:gd name="T3" fmla="*/ 117 h 430"/>
                  <a:gd name="T4" fmla="*/ 0 w 1616"/>
                  <a:gd name="T5" fmla="*/ 285 h 430"/>
                  <a:gd name="T6" fmla="*/ 136 w 1616"/>
                  <a:gd name="T7" fmla="*/ 430 h 430"/>
                  <a:gd name="T8" fmla="*/ 1532 w 1616"/>
                  <a:gd name="T9" fmla="*/ 430 h 430"/>
                  <a:gd name="T10" fmla="*/ 1613 w 1616"/>
                  <a:gd name="T11" fmla="*/ 329 h 430"/>
                  <a:gd name="T12" fmla="*/ 1611 w 1616"/>
                  <a:gd name="T13" fmla="*/ 0 h 430"/>
                  <a:gd name="T14" fmla="*/ 167 w 1616"/>
                  <a:gd name="T15" fmla="*/ 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16" h="430">
                    <a:moveTo>
                      <a:pt x="167" y="0"/>
                    </a:moveTo>
                    <a:cubicBezTo>
                      <a:pt x="113" y="0"/>
                      <a:pt x="43" y="52"/>
                      <a:pt x="8" y="117"/>
                    </a:cubicBezTo>
                    <a:cubicBezTo>
                      <a:pt x="0" y="209"/>
                      <a:pt x="0" y="257"/>
                      <a:pt x="0" y="285"/>
                    </a:cubicBezTo>
                    <a:cubicBezTo>
                      <a:pt x="0" y="348"/>
                      <a:pt x="43" y="430"/>
                      <a:pt x="136" y="430"/>
                    </a:cubicBezTo>
                    <a:cubicBezTo>
                      <a:pt x="176" y="430"/>
                      <a:pt x="1532" y="430"/>
                      <a:pt x="1532" y="430"/>
                    </a:cubicBezTo>
                    <a:cubicBezTo>
                      <a:pt x="1610" y="430"/>
                      <a:pt x="1613" y="329"/>
                      <a:pt x="1613" y="329"/>
                    </a:cubicBezTo>
                    <a:cubicBezTo>
                      <a:pt x="1613" y="329"/>
                      <a:pt x="1616" y="159"/>
                      <a:pt x="1611" y="0"/>
                    </a:cubicBezTo>
                    <a:cubicBezTo>
                      <a:pt x="1394" y="0"/>
                      <a:pt x="306" y="0"/>
                      <a:pt x="167" y="0"/>
                    </a:cubicBezTo>
                  </a:path>
                </a:pathLst>
              </a:custGeom>
              <a:solidFill>
                <a:srgbClr val="BF29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1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996950" y="1985963"/>
                <a:ext cx="5100638" cy="1582738"/>
              </a:xfrm>
              <a:custGeom>
                <a:avLst/>
                <a:gdLst>
                  <a:gd name="T0" fmla="*/ 159 w 1603"/>
                  <a:gd name="T1" fmla="*/ 380 h 497"/>
                  <a:gd name="T2" fmla="*/ 1603 w 1603"/>
                  <a:gd name="T3" fmla="*/ 380 h 497"/>
                  <a:gd name="T4" fmla="*/ 1601 w 1603"/>
                  <a:gd name="T5" fmla="*/ 319 h 497"/>
                  <a:gd name="T6" fmla="*/ 1542 w 1603"/>
                  <a:gd name="T7" fmla="*/ 29 h 497"/>
                  <a:gd name="T8" fmla="*/ 1502 w 1603"/>
                  <a:gd name="T9" fmla="*/ 0 h 497"/>
                  <a:gd name="T10" fmla="*/ 311 w 1603"/>
                  <a:gd name="T11" fmla="*/ 0 h 497"/>
                  <a:gd name="T12" fmla="*/ 148 w 1603"/>
                  <a:gd name="T13" fmla="*/ 44 h 497"/>
                  <a:gd name="T14" fmla="*/ 9 w 1603"/>
                  <a:gd name="T15" fmla="*/ 396 h 497"/>
                  <a:gd name="T16" fmla="*/ 0 w 1603"/>
                  <a:gd name="T17" fmla="*/ 497 h 497"/>
                  <a:gd name="T18" fmla="*/ 159 w 1603"/>
                  <a:gd name="T19" fmla="*/ 380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03" h="497">
                    <a:moveTo>
                      <a:pt x="159" y="380"/>
                    </a:moveTo>
                    <a:cubicBezTo>
                      <a:pt x="298" y="380"/>
                      <a:pt x="1386" y="380"/>
                      <a:pt x="1603" y="380"/>
                    </a:cubicBezTo>
                    <a:cubicBezTo>
                      <a:pt x="1602" y="359"/>
                      <a:pt x="1602" y="339"/>
                      <a:pt x="1601" y="319"/>
                    </a:cubicBezTo>
                    <a:cubicBezTo>
                      <a:pt x="1592" y="140"/>
                      <a:pt x="1542" y="29"/>
                      <a:pt x="1542" y="29"/>
                    </a:cubicBezTo>
                    <a:cubicBezTo>
                      <a:pt x="1542" y="29"/>
                      <a:pt x="1529" y="0"/>
                      <a:pt x="1502" y="0"/>
                    </a:cubicBezTo>
                    <a:cubicBezTo>
                      <a:pt x="311" y="0"/>
                      <a:pt x="311" y="0"/>
                      <a:pt x="311" y="0"/>
                    </a:cubicBezTo>
                    <a:cubicBezTo>
                      <a:pt x="198" y="0"/>
                      <a:pt x="171" y="22"/>
                      <a:pt x="148" y="44"/>
                    </a:cubicBezTo>
                    <a:cubicBezTo>
                      <a:pt x="125" y="66"/>
                      <a:pt x="32" y="157"/>
                      <a:pt x="9" y="396"/>
                    </a:cubicBezTo>
                    <a:cubicBezTo>
                      <a:pt x="5" y="435"/>
                      <a:pt x="2" y="468"/>
                      <a:pt x="0" y="497"/>
                    </a:cubicBezTo>
                    <a:cubicBezTo>
                      <a:pt x="35" y="432"/>
                      <a:pt x="105" y="380"/>
                      <a:pt x="159" y="380"/>
                    </a:cubicBezTo>
                    <a:close/>
                  </a:path>
                </a:pathLst>
              </a:custGeom>
              <a:solidFill>
                <a:srgbClr val="F0F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4411663" y="3890963"/>
                <a:ext cx="830263" cy="8350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4398963" y="3878263"/>
                <a:ext cx="855663" cy="860425"/>
              </a:xfrm>
              <a:custGeom>
                <a:avLst/>
                <a:gdLst>
                  <a:gd name="T0" fmla="*/ 265 w 269"/>
                  <a:gd name="T1" fmla="*/ 135 h 270"/>
                  <a:gd name="T2" fmla="*/ 261 w 269"/>
                  <a:gd name="T3" fmla="*/ 135 h 270"/>
                  <a:gd name="T4" fmla="*/ 224 w 269"/>
                  <a:gd name="T5" fmla="*/ 224 h 270"/>
                  <a:gd name="T6" fmla="*/ 134 w 269"/>
                  <a:gd name="T7" fmla="*/ 262 h 270"/>
                  <a:gd name="T8" fmla="*/ 45 w 269"/>
                  <a:gd name="T9" fmla="*/ 224 h 270"/>
                  <a:gd name="T10" fmla="*/ 8 w 269"/>
                  <a:gd name="T11" fmla="*/ 135 h 270"/>
                  <a:gd name="T12" fmla="*/ 45 w 269"/>
                  <a:gd name="T13" fmla="*/ 45 h 270"/>
                  <a:gd name="T14" fmla="*/ 134 w 269"/>
                  <a:gd name="T15" fmla="*/ 8 h 270"/>
                  <a:gd name="T16" fmla="*/ 224 w 269"/>
                  <a:gd name="T17" fmla="*/ 45 h 270"/>
                  <a:gd name="T18" fmla="*/ 261 w 269"/>
                  <a:gd name="T19" fmla="*/ 135 h 270"/>
                  <a:gd name="T20" fmla="*/ 265 w 269"/>
                  <a:gd name="T21" fmla="*/ 135 h 270"/>
                  <a:gd name="T22" fmla="*/ 269 w 269"/>
                  <a:gd name="T23" fmla="*/ 135 h 270"/>
                  <a:gd name="T24" fmla="*/ 134 w 269"/>
                  <a:gd name="T25" fmla="*/ 0 h 270"/>
                  <a:gd name="T26" fmla="*/ 0 w 269"/>
                  <a:gd name="T27" fmla="*/ 135 h 270"/>
                  <a:gd name="T28" fmla="*/ 134 w 269"/>
                  <a:gd name="T29" fmla="*/ 270 h 270"/>
                  <a:gd name="T30" fmla="*/ 269 w 269"/>
                  <a:gd name="T31" fmla="*/ 135 h 270"/>
                  <a:gd name="T32" fmla="*/ 265 w 269"/>
                  <a:gd name="T33" fmla="*/ 135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69" h="270">
                    <a:moveTo>
                      <a:pt x="265" y="135"/>
                    </a:moveTo>
                    <a:cubicBezTo>
                      <a:pt x="261" y="135"/>
                      <a:pt x="261" y="135"/>
                      <a:pt x="261" y="135"/>
                    </a:cubicBezTo>
                    <a:cubicBezTo>
                      <a:pt x="261" y="170"/>
                      <a:pt x="247" y="202"/>
                      <a:pt x="224" y="224"/>
                    </a:cubicBezTo>
                    <a:cubicBezTo>
                      <a:pt x="201" y="247"/>
                      <a:pt x="169" y="262"/>
                      <a:pt x="134" y="262"/>
                    </a:cubicBezTo>
                    <a:cubicBezTo>
                      <a:pt x="99" y="262"/>
                      <a:pt x="68" y="247"/>
                      <a:pt x="45" y="224"/>
                    </a:cubicBezTo>
                    <a:cubicBezTo>
                      <a:pt x="22" y="202"/>
                      <a:pt x="8" y="170"/>
                      <a:pt x="8" y="135"/>
                    </a:cubicBezTo>
                    <a:cubicBezTo>
                      <a:pt x="8" y="100"/>
                      <a:pt x="22" y="68"/>
                      <a:pt x="45" y="45"/>
                    </a:cubicBezTo>
                    <a:cubicBezTo>
                      <a:pt x="68" y="22"/>
                      <a:pt x="99" y="8"/>
                      <a:pt x="134" y="8"/>
                    </a:cubicBezTo>
                    <a:cubicBezTo>
                      <a:pt x="169" y="8"/>
                      <a:pt x="201" y="22"/>
                      <a:pt x="224" y="45"/>
                    </a:cubicBezTo>
                    <a:cubicBezTo>
                      <a:pt x="247" y="68"/>
                      <a:pt x="261" y="100"/>
                      <a:pt x="261" y="135"/>
                    </a:cubicBezTo>
                    <a:cubicBezTo>
                      <a:pt x="265" y="135"/>
                      <a:pt x="265" y="135"/>
                      <a:pt x="265" y="135"/>
                    </a:cubicBezTo>
                    <a:cubicBezTo>
                      <a:pt x="269" y="135"/>
                      <a:pt x="269" y="135"/>
                      <a:pt x="269" y="135"/>
                    </a:cubicBezTo>
                    <a:cubicBezTo>
                      <a:pt x="269" y="61"/>
                      <a:pt x="209" y="0"/>
                      <a:pt x="134" y="0"/>
                    </a:cubicBezTo>
                    <a:cubicBezTo>
                      <a:pt x="60" y="0"/>
                      <a:pt x="0" y="61"/>
                      <a:pt x="0" y="135"/>
                    </a:cubicBezTo>
                    <a:cubicBezTo>
                      <a:pt x="0" y="209"/>
                      <a:pt x="60" y="270"/>
                      <a:pt x="134" y="270"/>
                    </a:cubicBezTo>
                    <a:cubicBezTo>
                      <a:pt x="209" y="270"/>
                      <a:pt x="269" y="209"/>
                      <a:pt x="269" y="135"/>
                    </a:cubicBezTo>
                    <a:lnTo>
                      <a:pt x="265" y="1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4411663" y="3890963"/>
                <a:ext cx="830263" cy="835025"/>
              </a:xfrm>
              <a:prstGeom prst="ellipse">
                <a:avLst/>
              </a:prstGeom>
              <a:solidFill>
                <a:srgbClr val="57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5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4659313" y="4143375"/>
                <a:ext cx="330200" cy="33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2698750" y="2319338"/>
                <a:ext cx="620713" cy="6191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2673350" y="2293938"/>
                <a:ext cx="671513" cy="669925"/>
              </a:xfrm>
              <a:custGeom>
                <a:avLst/>
                <a:gdLst>
                  <a:gd name="T0" fmla="*/ 16 w 423"/>
                  <a:gd name="T1" fmla="*/ 16 h 422"/>
                  <a:gd name="T2" fmla="*/ 16 w 423"/>
                  <a:gd name="T3" fmla="*/ 32 h 422"/>
                  <a:gd name="T4" fmla="*/ 391 w 423"/>
                  <a:gd name="T5" fmla="*/ 32 h 422"/>
                  <a:gd name="T6" fmla="*/ 391 w 423"/>
                  <a:gd name="T7" fmla="*/ 390 h 422"/>
                  <a:gd name="T8" fmla="*/ 32 w 423"/>
                  <a:gd name="T9" fmla="*/ 390 h 422"/>
                  <a:gd name="T10" fmla="*/ 32 w 423"/>
                  <a:gd name="T11" fmla="*/ 16 h 422"/>
                  <a:gd name="T12" fmla="*/ 16 w 423"/>
                  <a:gd name="T13" fmla="*/ 16 h 422"/>
                  <a:gd name="T14" fmla="*/ 16 w 423"/>
                  <a:gd name="T15" fmla="*/ 32 h 422"/>
                  <a:gd name="T16" fmla="*/ 16 w 423"/>
                  <a:gd name="T17" fmla="*/ 16 h 422"/>
                  <a:gd name="T18" fmla="*/ 0 w 423"/>
                  <a:gd name="T19" fmla="*/ 16 h 422"/>
                  <a:gd name="T20" fmla="*/ 0 w 423"/>
                  <a:gd name="T21" fmla="*/ 422 h 422"/>
                  <a:gd name="T22" fmla="*/ 423 w 423"/>
                  <a:gd name="T23" fmla="*/ 422 h 422"/>
                  <a:gd name="T24" fmla="*/ 423 w 423"/>
                  <a:gd name="T25" fmla="*/ 0 h 422"/>
                  <a:gd name="T26" fmla="*/ 0 w 423"/>
                  <a:gd name="T27" fmla="*/ 0 h 422"/>
                  <a:gd name="T28" fmla="*/ 0 w 423"/>
                  <a:gd name="T29" fmla="*/ 16 h 422"/>
                  <a:gd name="T30" fmla="*/ 16 w 423"/>
                  <a:gd name="T31" fmla="*/ 16 h 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3" h="422">
                    <a:moveTo>
                      <a:pt x="16" y="16"/>
                    </a:moveTo>
                    <a:lnTo>
                      <a:pt x="16" y="32"/>
                    </a:lnTo>
                    <a:lnTo>
                      <a:pt x="391" y="32"/>
                    </a:lnTo>
                    <a:lnTo>
                      <a:pt x="391" y="390"/>
                    </a:lnTo>
                    <a:lnTo>
                      <a:pt x="32" y="390"/>
                    </a:lnTo>
                    <a:lnTo>
                      <a:pt x="32" y="16"/>
                    </a:lnTo>
                    <a:lnTo>
                      <a:pt x="16" y="16"/>
                    </a:lnTo>
                    <a:lnTo>
                      <a:pt x="16" y="32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422"/>
                    </a:lnTo>
                    <a:lnTo>
                      <a:pt x="423" y="422"/>
                    </a:lnTo>
                    <a:lnTo>
                      <a:pt x="423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6" y="16"/>
                    </a:lnTo>
                    <a:close/>
                  </a:path>
                </a:pathLst>
              </a:custGeom>
              <a:solidFill>
                <a:srgbClr val="B1B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8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3508375" y="2319338"/>
                <a:ext cx="619125" cy="6191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3481388" y="2293938"/>
                <a:ext cx="671513" cy="669925"/>
              </a:xfrm>
              <a:custGeom>
                <a:avLst/>
                <a:gdLst>
                  <a:gd name="T0" fmla="*/ 17 w 423"/>
                  <a:gd name="T1" fmla="*/ 16 h 422"/>
                  <a:gd name="T2" fmla="*/ 17 w 423"/>
                  <a:gd name="T3" fmla="*/ 32 h 422"/>
                  <a:gd name="T4" fmla="*/ 391 w 423"/>
                  <a:gd name="T5" fmla="*/ 32 h 422"/>
                  <a:gd name="T6" fmla="*/ 391 w 423"/>
                  <a:gd name="T7" fmla="*/ 390 h 422"/>
                  <a:gd name="T8" fmla="*/ 33 w 423"/>
                  <a:gd name="T9" fmla="*/ 390 h 422"/>
                  <a:gd name="T10" fmla="*/ 33 w 423"/>
                  <a:gd name="T11" fmla="*/ 16 h 422"/>
                  <a:gd name="T12" fmla="*/ 17 w 423"/>
                  <a:gd name="T13" fmla="*/ 16 h 422"/>
                  <a:gd name="T14" fmla="*/ 17 w 423"/>
                  <a:gd name="T15" fmla="*/ 32 h 422"/>
                  <a:gd name="T16" fmla="*/ 17 w 423"/>
                  <a:gd name="T17" fmla="*/ 16 h 422"/>
                  <a:gd name="T18" fmla="*/ 0 w 423"/>
                  <a:gd name="T19" fmla="*/ 16 h 422"/>
                  <a:gd name="T20" fmla="*/ 0 w 423"/>
                  <a:gd name="T21" fmla="*/ 422 h 422"/>
                  <a:gd name="T22" fmla="*/ 423 w 423"/>
                  <a:gd name="T23" fmla="*/ 422 h 422"/>
                  <a:gd name="T24" fmla="*/ 423 w 423"/>
                  <a:gd name="T25" fmla="*/ 0 h 422"/>
                  <a:gd name="T26" fmla="*/ 0 w 423"/>
                  <a:gd name="T27" fmla="*/ 0 h 422"/>
                  <a:gd name="T28" fmla="*/ 0 w 423"/>
                  <a:gd name="T29" fmla="*/ 16 h 422"/>
                  <a:gd name="T30" fmla="*/ 17 w 423"/>
                  <a:gd name="T31" fmla="*/ 16 h 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3" h="422">
                    <a:moveTo>
                      <a:pt x="17" y="16"/>
                    </a:moveTo>
                    <a:lnTo>
                      <a:pt x="17" y="32"/>
                    </a:lnTo>
                    <a:lnTo>
                      <a:pt x="391" y="32"/>
                    </a:lnTo>
                    <a:lnTo>
                      <a:pt x="391" y="390"/>
                    </a:lnTo>
                    <a:lnTo>
                      <a:pt x="33" y="390"/>
                    </a:lnTo>
                    <a:lnTo>
                      <a:pt x="33" y="16"/>
                    </a:lnTo>
                    <a:lnTo>
                      <a:pt x="17" y="16"/>
                    </a:lnTo>
                    <a:lnTo>
                      <a:pt x="17" y="32"/>
                    </a:lnTo>
                    <a:lnTo>
                      <a:pt x="17" y="16"/>
                    </a:lnTo>
                    <a:lnTo>
                      <a:pt x="0" y="16"/>
                    </a:lnTo>
                    <a:lnTo>
                      <a:pt x="0" y="422"/>
                    </a:lnTo>
                    <a:lnTo>
                      <a:pt x="423" y="422"/>
                    </a:lnTo>
                    <a:lnTo>
                      <a:pt x="423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" y="16"/>
                    </a:lnTo>
                    <a:close/>
                  </a:path>
                </a:pathLst>
              </a:custGeom>
              <a:solidFill>
                <a:srgbClr val="B1B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4316413" y="2319338"/>
                <a:ext cx="615950" cy="6191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4291013" y="2293938"/>
                <a:ext cx="666750" cy="669925"/>
              </a:xfrm>
              <a:custGeom>
                <a:avLst/>
                <a:gdLst>
                  <a:gd name="T0" fmla="*/ 16 w 420"/>
                  <a:gd name="T1" fmla="*/ 16 h 422"/>
                  <a:gd name="T2" fmla="*/ 16 w 420"/>
                  <a:gd name="T3" fmla="*/ 32 h 422"/>
                  <a:gd name="T4" fmla="*/ 388 w 420"/>
                  <a:gd name="T5" fmla="*/ 32 h 422"/>
                  <a:gd name="T6" fmla="*/ 388 w 420"/>
                  <a:gd name="T7" fmla="*/ 390 h 422"/>
                  <a:gd name="T8" fmla="*/ 32 w 420"/>
                  <a:gd name="T9" fmla="*/ 390 h 422"/>
                  <a:gd name="T10" fmla="*/ 32 w 420"/>
                  <a:gd name="T11" fmla="*/ 16 h 422"/>
                  <a:gd name="T12" fmla="*/ 16 w 420"/>
                  <a:gd name="T13" fmla="*/ 16 h 422"/>
                  <a:gd name="T14" fmla="*/ 16 w 420"/>
                  <a:gd name="T15" fmla="*/ 32 h 422"/>
                  <a:gd name="T16" fmla="*/ 16 w 420"/>
                  <a:gd name="T17" fmla="*/ 16 h 422"/>
                  <a:gd name="T18" fmla="*/ 0 w 420"/>
                  <a:gd name="T19" fmla="*/ 16 h 422"/>
                  <a:gd name="T20" fmla="*/ 0 w 420"/>
                  <a:gd name="T21" fmla="*/ 422 h 422"/>
                  <a:gd name="T22" fmla="*/ 420 w 420"/>
                  <a:gd name="T23" fmla="*/ 422 h 422"/>
                  <a:gd name="T24" fmla="*/ 420 w 420"/>
                  <a:gd name="T25" fmla="*/ 0 h 422"/>
                  <a:gd name="T26" fmla="*/ 0 w 420"/>
                  <a:gd name="T27" fmla="*/ 0 h 422"/>
                  <a:gd name="T28" fmla="*/ 0 w 420"/>
                  <a:gd name="T29" fmla="*/ 16 h 422"/>
                  <a:gd name="T30" fmla="*/ 16 w 420"/>
                  <a:gd name="T31" fmla="*/ 16 h 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0" h="422">
                    <a:moveTo>
                      <a:pt x="16" y="16"/>
                    </a:moveTo>
                    <a:lnTo>
                      <a:pt x="16" y="32"/>
                    </a:lnTo>
                    <a:lnTo>
                      <a:pt x="388" y="32"/>
                    </a:lnTo>
                    <a:lnTo>
                      <a:pt x="388" y="390"/>
                    </a:lnTo>
                    <a:lnTo>
                      <a:pt x="32" y="390"/>
                    </a:lnTo>
                    <a:lnTo>
                      <a:pt x="32" y="16"/>
                    </a:lnTo>
                    <a:lnTo>
                      <a:pt x="16" y="16"/>
                    </a:lnTo>
                    <a:lnTo>
                      <a:pt x="16" y="32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422"/>
                    </a:lnTo>
                    <a:lnTo>
                      <a:pt x="420" y="422"/>
                    </a:lnTo>
                    <a:lnTo>
                      <a:pt x="420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6" y="16"/>
                    </a:lnTo>
                    <a:close/>
                  </a:path>
                </a:pathLst>
              </a:custGeom>
              <a:solidFill>
                <a:srgbClr val="B1B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5124450" y="2319338"/>
                <a:ext cx="615950" cy="6191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5099050" y="2293938"/>
                <a:ext cx="668338" cy="669925"/>
              </a:xfrm>
              <a:custGeom>
                <a:avLst/>
                <a:gdLst>
                  <a:gd name="T0" fmla="*/ 16 w 421"/>
                  <a:gd name="T1" fmla="*/ 16 h 422"/>
                  <a:gd name="T2" fmla="*/ 16 w 421"/>
                  <a:gd name="T3" fmla="*/ 32 h 422"/>
                  <a:gd name="T4" fmla="*/ 388 w 421"/>
                  <a:gd name="T5" fmla="*/ 32 h 422"/>
                  <a:gd name="T6" fmla="*/ 388 w 421"/>
                  <a:gd name="T7" fmla="*/ 390 h 422"/>
                  <a:gd name="T8" fmla="*/ 32 w 421"/>
                  <a:gd name="T9" fmla="*/ 390 h 422"/>
                  <a:gd name="T10" fmla="*/ 32 w 421"/>
                  <a:gd name="T11" fmla="*/ 16 h 422"/>
                  <a:gd name="T12" fmla="*/ 16 w 421"/>
                  <a:gd name="T13" fmla="*/ 16 h 422"/>
                  <a:gd name="T14" fmla="*/ 16 w 421"/>
                  <a:gd name="T15" fmla="*/ 32 h 422"/>
                  <a:gd name="T16" fmla="*/ 16 w 421"/>
                  <a:gd name="T17" fmla="*/ 16 h 422"/>
                  <a:gd name="T18" fmla="*/ 0 w 421"/>
                  <a:gd name="T19" fmla="*/ 16 h 422"/>
                  <a:gd name="T20" fmla="*/ 0 w 421"/>
                  <a:gd name="T21" fmla="*/ 422 h 422"/>
                  <a:gd name="T22" fmla="*/ 421 w 421"/>
                  <a:gd name="T23" fmla="*/ 422 h 422"/>
                  <a:gd name="T24" fmla="*/ 421 w 421"/>
                  <a:gd name="T25" fmla="*/ 0 h 422"/>
                  <a:gd name="T26" fmla="*/ 0 w 421"/>
                  <a:gd name="T27" fmla="*/ 0 h 422"/>
                  <a:gd name="T28" fmla="*/ 0 w 421"/>
                  <a:gd name="T29" fmla="*/ 16 h 422"/>
                  <a:gd name="T30" fmla="*/ 16 w 421"/>
                  <a:gd name="T31" fmla="*/ 16 h 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1" h="422">
                    <a:moveTo>
                      <a:pt x="16" y="16"/>
                    </a:moveTo>
                    <a:lnTo>
                      <a:pt x="16" y="32"/>
                    </a:lnTo>
                    <a:lnTo>
                      <a:pt x="388" y="32"/>
                    </a:lnTo>
                    <a:lnTo>
                      <a:pt x="388" y="390"/>
                    </a:lnTo>
                    <a:lnTo>
                      <a:pt x="32" y="390"/>
                    </a:lnTo>
                    <a:lnTo>
                      <a:pt x="32" y="16"/>
                    </a:lnTo>
                    <a:lnTo>
                      <a:pt x="16" y="16"/>
                    </a:lnTo>
                    <a:lnTo>
                      <a:pt x="16" y="32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422"/>
                    </a:lnTo>
                    <a:lnTo>
                      <a:pt x="421" y="422"/>
                    </a:lnTo>
                    <a:lnTo>
                      <a:pt x="421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6" y="16"/>
                    </a:lnTo>
                    <a:close/>
                  </a:path>
                </a:pathLst>
              </a:custGeom>
              <a:solidFill>
                <a:srgbClr val="B1B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1312863" y="2319338"/>
                <a:ext cx="1189038" cy="619125"/>
              </a:xfrm>
              <a:custGeom>
                <a:avLst/>
                <a:gdLst>
                  <a:gd name="T0" fmla="*/ 374 w 374"/>
                  <a:gd name="T1" fmla="*/ 194 h 194"/>
                  <a:gd name="T2" fmla="*/ 374 w 374"/>
                  <a:gd name="T3" fmla="*/ 0 h 194"/>
                  <a:gd name="T4" fmla="*/ 76 w 374"/>
                  <a:gd name="T5" fmla="*/ 0 h 194"/>
                  <a:gd name="T6" fmla="*/ 13 w 374"/>
                  <a:gd name="T7" fmla="*/ 127 h 194"/>
                  <a:gd name="T8" fmla="*/ 0 w 374"/>
                  <a:gd name="T9" fmla="*/ 194 h 194"/>
                  <a:gd name="T10" fmla="*/ 374 w 374"/>
                  <a:gd name="T11" fmla="*/ 194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4" h="194">
                    <a:moveTo>
                      <a:pt x="374" y="194"/>
                    </a:moveTo>
                    <a:cubicBezTo>
                      <a:pt x="374" y="0"/>
                      <a:pt x="374" y="0"/>
                      <a:pt x="374" y="0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19" y="96"/>
                      <a:pt x="13" y="127"/>
                    </a:cubicBezTo>
                    <a:cubicBezTo>
                      <a:pt x="7" y="157"/>
                      <a:pt x="0" y="170"/>
                      <a:pt x="0" y="194"/>
                    </a:cubicBezTo>
                    <a:lnTo>
                      <a:pt x="374" y="1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1287463" y="2293938"/>
                <a:ext cx="1239838" cy="669925"/>
              </a:xfrm>
              <a:custGeom>
                <a:avLst/>
                <a:gdLst>
                  <a:gd name="T0" fmla="*/ 382 w 390"/>
                  <a:gd name="T1" fmla="*/ 202 h 210"/>
                  <a:gd name="T2" fmla="*/ 390 w 390"/>
                  <a:gd name="T3" fmla="*/ 202 h 210"/>
                  <a:gd name="T4" fmla="*/ 390 w 390"/>
                  <a:gd name="T5" fmla="*/ 0 h 210"/>
                  <a:gd name="T6" fmla="*/ 79 w 390"/>
                  <a:gd name="T7" fmla="*/ 0 h 210"/>
                  <a:gd name="T8" fmla="*/ 77 w 390"/>
                  <a:gd name="T9" fmla="*/ 4 h 210"/>
                  <a:gd name="T10" fmla="*/ 47 w 390"/>
                  <a:gd name="T11" fmla="*/ 56 h 210"/>
                  <a:gd name="T12" fmla="*/ 26 w 390"/>
                  <a:gd name="T13" fmla="*/ 99 h 210"/>
                  <a:gd name="T14" fmla="*/ 18 w 390"/>
                  <a:gd name="T15" fmla="*/ 118 h 210"/>
                  <a:gd name="T16" fmla="*/ 13 w 390"/>
                  <a:gd name="T17" fmla="*/ 133 h 210"/>
                  <a:gd name="T18" fmla="*/ 4 w 390"/>
                  <a:gd name="T19" fmla="*/ 169 h 210"/>
                  <a:gd name="T20" fmla="*/ 0 w 390"/>
                  <a:gd name="T21" fmla="*/ 202 h 210"/>
                  <a:gd name="T22" fmla="*/ 0 w 390"/>
                  <a:gd name="T23" fmla="*/ 210 h 210"/>
                  <a:gd name="T24" fmla="*/ 390 w 390"/>
                  <a:gd name="T25" fmla="*/ 210 h 210"/>
                  <a:gd name="T26" fmla="*/ 390 w 390"/>
                  <a:gd name="T27" fmla="*/ 202 h 210"/>
                  <a:gd name="T28" fmla="*/ 382 w 390"/>
                  <a:gd name="T29" fmla="*/ 202 h 210"/>
                  <a:gd name="T30" fmla="*/ 382 w 390"/>
                  <a:gd name="T31" fmla="*/ 194 h 210"/>
                  <a:gd name="T32" fmla="*/ 8 w 390"/>
                  <a:gd name="T33" fmla="*/ 194 h 210"/>
                  <a:gd name="T34" fmla="*/ 8 w 390"/>
                  <a:gd name="T35" fmla="*/ 202 h 210"/>
                  <a:gd name="T36" fmla="*/ 16 w 390"/>
                  <a:gd name="T37" fmla="*/ 202 h 210"/>
                  <a:gd name="T38" fmla="*/ 20 w 390"/>
                  <a:gd name="T39" fmla="*/ 173 h 210"/>
                  <a:gd name="T40" fmla="*/ 29 w 390"/>
                  <a:gd name="T41" fmla="*/ 136 h 210"/>
                  <a:gd name="T42" fmla="*/ 33 w 390"/>
                  <a:gd name="T43" fmla="*/ 123 h 210"/>
                  <a:gd name="T44" fmla="*/ 48 w 390"/>
                  <a:gd name="T45" fmla="*/ 90 h 210"/>
                  <a:gd name="T46" fmla="*/ 76 w 390"/>
                  <a:gd name="T47" fmla="*/ 37 h 210"/>
                  <a:gd name="T48" fmla="*/ 86 w 390"/>
                  <a:gd name="T49" fmla="*/ 19 h 210"/>
                  <a:gd name="T50" fmla="*/ 89 w 390"/>
                  <a:gd name="T51" fmla="*/ 14 h 210"/>
                  <a:gd name="T52" fmla="*/ 90 w 390"/>
                  <a:gd name="T53" fmla="*/ 12 h 210"/>
                  <a:gd name="T54" fmla="*/ 84 w 390"/>
                  <a:gd name="T55" fmla="*/ 8 h 210"/>
                  <a:gd name="T56" fmla="*/ 84 w 390"/>
                  <a:gd name="T57" fmla="*/ 16 h 210"/>
                  <a:gd name="T58" fmla="*/ 374 w 390"/>
                  <a:gd name="T59" fmla="*/ 16 h 210"/>
                  <a:gd name="T60" fmla="*/ 374 w 390"/>
                  <a:gd name="T61" fmla="*/ 202 h 210"/>
                  <a:gd name="T62" fmla="*/ 382 w 390"/>
                  <a:gd name="T63" fmla="*/ 202 h 210"/>
                  <a:gd name="T64" fmla="*/ 382 w 390"/>
                  <a:gd name="T65" fmla="*/ 194 h 210"/>
                  <a:gd name="T66" fmla="*/ 382 w 390"/>
                  <a:gd name="T67" fmla="*/ 202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90" h="210">
                    <a:moveTo>
                      <a:pt x="382" y="202"/>
                    </a:moveTo>
                    <a:cubicBezTo>
                      <a:pt x="390" y="202"/>
                      <a:pt x="390" y="202"/>
                      <a:pt x="390" y="202"/>
                    </a:cubicBezTo>
                    <a:cubicBezTo>
                      <a:pt x="390" y="0"/>
                      <a:pt x="390" y="0"/>
                      <a:pt x="39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7" y="4"/>
                      <a:pt x="77" y="4"/>
                      <a:pt x="77" y="4"/>
                    </a:cubicBezTo>
                    <a:cubicBezTo>
                      <a:pt x="77" y="4"/>
                      <a:pt x="62" y="28"/>
                      <a:pt x="47" y="56"/>
                    </a:cubicBezTo>
                    <a:cubicBezTo>
                      <a:pt x="40" y="70"/>
                      <a:pt x="32" y="85"/>
                      <a:pt x="26" y="99"/>
                    </a:cubicBezTo>
                    <a:cubicBezTo>
                      <a:pt x="23" y="105"/>
                      <a:pt x="20" y="112"/>
                      <a:pt x="18" y="118"/>
                    </a:cubicBezTo>
                    <a:cubicBezTo>
                      <a:pt x="15" y="123"/>
                      <a:pt x="14" y="129"/>
                      <a:pt x="13" y="133"/>
                    </a:cubicBezTo>
                    <a:cubicBezTo>
                      <a:pt x="10" y="148"/>
                      <a:pt x="7" y="159"/>
                      <a:pt x="4" y="169"/>
                    </a:cubicBezTo>
                    <a:cubicBezTo>
                      <a:pt x="2" y="179"/>
                      <a:pt x="0" y="189"/>
                      <a:pt x="0" y="202"/>
                    </a:cubicBezTo>
                    <a:cubicBezTo>
                      <a:pt x="0" y="210"/>
                      <a:pt x="0" y="210"/>
                      <a:pt x="0" y="210"/>
                    </a:cubicBezTo>
                    <a:cubicBezTo>
                      <a:pt x="390" y="210"/>
                      <a:pt x="390" y="210"/>
                      <a:pt x="390" y="210"/>
                    </a:cubicBezTo>
                    <a:cubicBezTo>
                      <a:pt x="390" y="202"/>
                      <a:pt x="390" y="202"/>
                      <a:pt x="390" y="202"/>
                    </a:cubicBezTo>
                    <a:cubicBezTo>
                      <a:pt x="382" y="202"/>
                      <a:pt x="382" y="202"/>
                      <a:pt x="382" y="202"/>
                    </a:cubicBezTo>
                    <a:cubicBezTo>
                      <a:pt x="382" y="194"/>
                      <a:pt x="382" y="194"/>
                      <a:pt x="382" y="194"/>
                    </a:cubicBezTo>
                    <a:cubicBezTo>
                      <a:pt x="8" y="194"/>
                      <a:pt x="8" y="194"/>
                      <a:pt x="8" y="194"/>
                    </a:cubicBezTo>
                    <a:cubicBezTo>
                      <a:pt x="8" y="202"/>
                      <a:pt x="8" y="202"/>
                      <a:pt x="8" y="202"/>
                    </a:cubicBezTo>
                    <a:cubicBezTo>
                      <a:pt x="16" y="202"/>
                      <a:pt x="16" y="202"/>
                      <a:pt x="16" y="202"/>
                    </a:cubicBezTo>
                    <a:cubicBezTo>
                      <a:pt x="16" y="191"/>
                      <a:pt x="17" y="183"/>
                      <a:pt x="20" y="173"/>
                    </a:cubicBezTo>
                    <a:cubicBezTo>
                      <a:pt x="22" y="163"/>
                      <a:pt x="26" y="152"/>
                      <a:pt x="29" y="136"/>
                    </a:cubicBezTo>
                    <a:cubicBezTo>
                      <a:pt x="29" y="133"/>
                      <a:pt x="31" y="129"/>
                      <a:pt x="33" y="123"/>
                    </a:cubicBezTo>
                    <a:cubicBezTo>
                      <a:pt x="36" y="114"/>
                      <a:pt x="42" y="102"/>
                      <a:pt x="48" y="90"/>
                    </a:cubicBezTo>
                    <a:cubicBezTo>
                      <a:pt x="57" y="72"/>
                      <a:pt x="68" y="52"/>
                      <a:pt x="76" y="37"/>
                    </a:cubicBezTo>
                    <a:cubicBezTo>
                      <a:pt x="80" y="30"/>
                      <a:pt x="84" y="23"/>
                      <a:pt x="86" y="19"/>
                    </a:cubicBezTo>
                    <a:cubicBezTo>
                      <a:pt x="88" y="17"/>
                      <a:pt x="89" y="15"/>
                      <a:pt x="89" y="14"/>
                    </a:cubicBezTo>
                    <a:cubicBezTo>
                      <a:pt x="90" y="13"/>
                      <a:pt x="90" y="12"/>
                      <a:pt x="90" y="12"/>
                    </a:cubicBezTo>
                    <a:cubicBezTo>
                      <a:pt x="84" y="8"/>
                      <a:pt x="84" y="8"/>
                      <a:pt x="84" y="8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374" y="16"/>
                      <a:pt x="374" y="16"/>
                      <a:pt x="374" y="16"/>
                    </a:cubicBezTo>
                    <a:cubicBezTo>
                      <a:pt x="374" y="202"/>
                      <a:pt x="374" y="202"/>
                      <a:pt x="374" y="202"/>
                    </a:cubicBezTo>
                    <a:cubicBezTo>
                      <a:pt x="382" y="202"/>
                      <a:pt x="382" y="202"/>
                      <a:pt x="382" y="202"/>
                    </a:cubicBezTo>
                    <a:cubicBezTo>
                      <a:pt x="382" y="194"/>
                      <a:pt x="382" y="194"/>
                      <a:pt x="382" y="194"/>
                    </a:cubicBezTo>
                    <a:lnTo>
                      <a:pt x="382" y="202"/>
                    </a:lnTo>
                    <a:close/>
                  </a:path>
                </a:pathLst>
              </a:custGeom>
              <a:solidFill>
                <a:srgbClr val="B1B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1054100" y="3667125"/>
                <a:ext cx="195263" cy="30003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7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1047750" y="3660775"/>
                <a:ext cx="207963" cy="312738"/>
              </a:xfrm>
              <a:custGeom>
                <a:avLst/>
                <a:gdLst>
                  <a:gd name="T0" fmla="*/ 63 w 65"/>
                  <a:gd name="T1" fmla="*/ 49 h 98"/>
                  <a:gd name="T2" fmla="*/ 61 w 65"/>
                  <a:gd name="T3" fmla="*/ 49 h 98"/>
                  <a:gd name="T4" fmla="*/ 52 w 65"/>
                  <a:gd name="T5" fmla="*/ 81 h 98"/>
                  <a:gd name="T6" fmla="*/ 32 w 65"/>
                  <a:gd name="T7" fmla="*/ 94 h 98"/>
                  <a:gd name="T8" fmla="*/ 12 w 65"/>
                  <a:gd name="T9" fmla="*/ 81 h 98"/>
                  <a:gd name="T10" fmla="*/ 4 w 65"/>
                  <a:gd name="T11" fmla="*/ 49 h 98"/>
                  <a:gd name="T12" fmla="*/ 12 w 65"/>
                  <a:gd name="T13" fmla="*/ 17 h 98"/>
                  <a:gd name="T14" fmla="*/ 32 w 65"/>
                  <a:gd name="T15" fmla="*/ 4 h 98"/>
                  <a:gd name="T16" fmla="*/ 52 w 65"/>
                  <a:gd name="T17" fmla="*/ 17 h 98"/>
                  <a:gd name="T18" fmla="*/ 61 w 65"/>
                  <a:gd name="T19" fmla="*/ 49 h 98"/>
                  <a:gd name="T20" fmla="*/ 63 w 65"/>
                  <a:gd name="T21" fmla="*/ 49 h 98"/>
                  <a:gd name="T22" fmla="*/ 65 w 65"/>
                  <a:gd name="T23" fmla="*/ 49 h 98"/>
                  <a:gd name="T24" fmla="*/ 56 w 65"/>
                  <a:gd name="T25" fmla="*/ 15 h 98"/>
                  <a:gd name="T26" fmla="*/ 32 w 65"/>
                  <a:gd name="T27" fmla="*/ 0 h 98"/>
                  <a:gd name="T28" fmla="*/ 9 w 65"/>
                  <a:gd name="T29" fmla="*/ 15 h 98"/>
                  <a:gd name="T30" fmla="*/ 0 w 65"/>
                  <a:gd name="T31" fmla="*/ 49 h 98"/>
                  <a:gd name="T32" fmla="*/ 9 w 65"/>
                  <a:gd name="T33" fmla="*/ 83 h 98"/>
                  <a:gd name="T34" fmla="*/ 32 w 65"/>
                  <a:gd name="T35" fmla="*/ 98 h 98"/>
                  <a:gd name="T36" fmla="*/ 56 w 65"/>
                  <a:gd name="T37" fmla="*/ 83 h 98"/>
                  <a:gd name="T38" fmla="*/ 65 w 65"/>
                  <a:gd name="T39" fmla="*/ 49 h 98"/>
                  <a:gd name="T40" fmla="*/ 63 w 65"/>
                  <a:gd name="T41" fmla="*/ 4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5" h="98">
                    <a:moveTo>
                      <a:pt x="63" y="49"/>
                    </a:moveTo>
                    <a:cubicBezTo>
                      <a:pt x="61" y="49"/>
                      <a:pt x="61" y="49"/>
                      <a:pt x="61" y="49"/>
                    </a:cubicBezTo>
                    <a:cubicBezTo>
                      <a:pt x="61" y="62"/>
                      <a:pt x="58" y="73"/>
                      <a:pt x="52" y="81"/>
                    </a:cubicBezTo>
                    <a:cubicBezTo>
                      <a:pt x="47" y="89"/>
                      <a:pt x="40" y="94"/>
                      <a:pt x="32" y="94"/>
                    </a:cubicBezTo>
                    <a:cubicBezTo>
                      <a:pt x="25" y="94"/>
                      <a:pt x="18" y="89"/>
                      <a:pt x="12" y="81"/>
                    </a:cubicBezTo>
                    <a:cubicBezTo>
                      <a:pt x="7" y="73"/>
                      <a:pt x="4" y="62"/>
                      <a:pt x="4" y="49"/>
                    </a:cubicBezTo>
                    <a:cubicBezTo>
                      <a:pt x="4" y="37"/>
                      <a:pt x="7" y="25"/>
                      <a:pt x="12" y="17"/>
                    </a:cubicBezTo>
                    <a:cubicBezTo>
                      <a:pt x="18" y="9"/>
                      <a:pt x="25" y="4"/>
                      <a:pt x="32" y="4"/>
                    </a:cubicBezTo>
                    <a:cubicBezTo>
                      <a:pt x="40" y="4"/>
                      <a:pt x="47" y="9"/>
                      <a:pt x="52" y="17"/>
                    </a:cubicBezTo>
                    <a:cubicBezTo>
                      <a:pt x="58" y="25"/>
                      <a:pt x="61" y="37"/>
                      <a:pt x="61" y="49"/>
                    </a:cubicBezTo>
                    <a:cubicBezTo>
                      <a:pt x="63" y="49"/>
                      <a:pt x="63" y="49"/>
                      <a:pt x="63" y="49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36"/>
                      <a:pt x="61" y="24"/>
                      <a:pt x="56" y="15"/>
                    </a:cubicBezTo>
                    <a:cubicBezTo>
                      <a:pt x="50" y="6"/>
                      <a:pt x="42" y="0"/>
                      <a:pt x="32" y="0"/>
                    </a:cubicBezTo>
                    <a:cubicBezTo>
                      <a:pt x="23" y="0"/>
                      <a:pt x="15" y="6"/>
                      <a:pt x="9" y="15"/>
                    </a:cubicBezTo>
                    <a:cubicBezTo>
                      <a:pt x="3" y="24"/>
                      <a:pt x="0" y="36"/>
                      <a:pt x="0" y="49"/>
                    </a:cubicBezTo>
                    <a:cubicBezTo>
                      <a:pt x="0" y="62"/>
                      <a:pt x="3" y="75"/>
                      <a:pt x="9" y="83"/>
                    </a:cubicBezTo>
                    <a:cubicBezTo>
                      <a:pt x="15" y="92"/>
                      <a:pt x="23" y="98"/>
                      <a:pt x="32" y="98"/>
                    </a:cubicBezTo>
                    <a:cubicBezTo>
                      <a:pt x="42" y="98"/>
                      <a:pt x="50" y="92"/>
                      <a:pt x="56" y="83"/>
                    </a:cubicBezTo>
                    <a:cubicBezTo>
                      <a:pt x="61" y="75"/>
                      <a:pt x="65" y="62"/>
                      <a:pt x="65" y="49"/>
                    </a:cubicBezTo>
                    <a:lnTo>
                      <a:pt x="63" y="49"/>
                    </a:lnTo>
                    <a:close/>
                  </a:path>
                </a:pathLst>
              </a:custGeom>
              <a:solidFill>
                <a:srgbClr val="B1B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8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1681163" y="3890963"/>
                <a:ext cx="833438" cy="8350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1668463" y="3878263"/>
                <a:ext cx="858838" cy="860425"/>
              </a:xfrm>
              <a:custGeom>
                <a:avLst/>
                <a:gdLst>
                  <a:gd name="T0" fmla="*/ 266 w 270"/>
                  <a:gd name="T1" fmla="*/ 135 h 270"/>
                  <a:gd name="T2" fmla="*/ 262 w 270"/>
                  <a:gd name="T3" fmla="*/ 135 h 270"/>
                  <a:gd name="T4" fmla="*/ 224 w 270"/>
                  <a:gd name="T5" fmla="*/ 224 h 270"/>
                  <a:gd name="T6" fmla="*/ 135 w 270"/>
                  <a:gd name="T7" fmla="*/ 262 h 270"/>
                  <a:gd name="T8" fmla="*/ 45 w 270"/>
                  <a:gd name="T9" fmla="*/ 224 h 270"/>
                  <a:gd name="T10" fmla="*/ 8 w 270"/>
                  <a:gd name="T11" fmla="*/ 135 h 270"/>
                  <a:gd name="T12" fmla="*/ 45 w 270"/>
                  <a:gd name="T13" fmla="*/ 45 h 270"/>
                  <a:gd name="T14" fmla="*/ 135 w 270"/>
                  <a:gd name="T15" fmla="*/ 8 h 270"/>
                  <a:gd name="T16" fmla="*/ 224 w 270"/>
                  <a:gd name="T17" fmla="*/ 45 h 270"/>
                  <a:gd name="T18" fmla="*/ 262 w 270"/>
                  <a:gd name="T19" fmla="*/ 135 h 270"/>
                  <a:gd name="T20" fmla="*/ 266 w 270"/>
                  <a:gd name="T21" fmla="*/ 135 h 270"/>
                  <a:gd name="T22" fmla="*/ 270 w 270"/>
                  <a:gd name="T23" fmla="*/ 135 h 270"/>
                  <a:gd name="T24" fmla="*/ 135 w 270"/>
                  <a:gd name="T25" fmla="*/ 0 h 270"/>
                  <a:gd name="T26" fmla="*/ 0 w 270"/>
                  <a:gd name="T27" fmla="*/ 135 h 270"/>
                  <a:gd name="T28" fmla="*/ 135 w 270"/>
                  <a:gd name="T29" fmla="*/ 270 h 270"/>
                  <a:gd name="T30" fmla="*/ 270 w 270"/>
                  <a:gd name="T31" fmla="*/ 135 h 270"/>
                  <a:gd name="T32" fmla="*/ 266 w 270"/>
                  <a:gd name="T33" fmla="*/ 135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70" h="270">
                    <a:moveTo>
                      <a:pt x="266" y="135"/>
                    </a:moveTo>
                    <a:cubicBezTo>
                      <a:pt x="262" y="135"/>
                      <a:pt x="262" y="135"/>
                      <a:pt x="262" y="135"/>
                    </a:cubicBezTo>
                    <a:cubicBezTo>
                      <a:pt x="262" y="170"/>
                      <a:pt x="247" y="202"/>
                      <a:pt x="224" y="224"/>
                    </a:cubicBezTo>
                    <a:cubicBezTo>
                      <a:pt x="202" y="247"/>
                      <a:pt x="170" y="262"/>
                      <a:pt x="135" y="262"/>
                    </a:cubicBezTo>
                    <a:cubicBezTo>
                      <a:pt x="100" y="262"/>
                      <a:pt x="68" y="247"/>
                      <a:pt x="45" y="224"/>
                    </a:cubicBezTo>
                    <a:cubicBezTo>
                      <a:pt x="22" y="202"/>
                      <a:pt x="8" y="170"/>
                      <a:pt x="8" y="135"/>
                    </a:cubicBezTo>
                    <a:cubicBezTo>
                      <a:pt x="8" y="100"/>
                      <a:pt x="22" y="68"/>
                      <a:pt x="45" y="45"/>
                    </a:cubicBezTo>
                    <a:cubicBezTo>
                      <a:pt x="68" y="22"/>
                      <a:pt x="100" y="8"/>
                      <a:pt x="135" y="8"/>
                    </a:cubicBezTo>
                    <a:cubicBezTo>
                      <a:pt x="170" y="8"/>
                      <a:pt x="202" y="22"/>
                      <a:pt x="224" y="45"/>
                    </a:cubicBezTo>
                    <a:cubicBezTo>
                      <a:pt x="247" y="68"/>
                      <a:pt x="262" y="100"/>
                      <a:pt x="262" y="135"/>
                    </a:cubicBezTo>
                    <a:cubicBezTo>
                      <a:pt x="266" y="135"/>
                      <a:pt x="266" y="135"/>
                      <a:pt x="266" y="135"/>
                    </a:cubicBezTo>
                    <a:cubicBezTo>
                      <a:pt x="270" y="135"/>
                      <a:pt x="270" y="135"/>
                      <a:pt x="270" y="135"/>
                    </a:cubicBezTo>
                    <a:cubicBezTo>
                      <a:pt x="270" y="61"/>
                      <a:pt x="209" y="0"/>
                      <a:pt x="135" y="0"/>
                    </a:cubicBezTo>
                    <a:cubicBezTo>
                      <a:pt x="61" y="0"/>
                      <a:pt x="0" y="61"/>
                      <a:pt x="0" y="135"/>
                    </a:cubicBezTo>
                    <a:cubicBezTo>
                      <a:pt x="0" y="209"/>
                      <a:pt x="61" y="270"/>
                      <a:pt x="135" y="270"/>
                    </a:cubicBezTo>
                    <a:cubicBezTo>
                      <a:pt x="209" y="270"/>
                      <a:pt x="270" y="209"/>
                      <a:pt x="270" y="135"/>
                    </a:cubicBezTo>
                    <a:lnTo>
                      <a:pt x="266" y="1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1681163" y="3890963"/>
                <a:ext cx="833438" cy="835025"/>
              </a:xfrm>
              <a:prstGeom prst="ellipse">
                <a:avLst/>
              </a:prstGeom>
              <a:solidFill>
                <a:srgbClr val="57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1931988" y="4143375"/>
                <a:ext cx="331788" cy="330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2146300" y="2297113"/>
                <a:ext cx="50800" cy="669925"/>
              </a:xfrm>
              <a:prstGeom prst="rect">
                <a:avLst/>
              </a:prstGeom>
              <a:solidFill>
                <a:srgbClr val="B1B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2146300" y="2297113"/>
                <a:ext cx="50800" cy="669925"/>
              </a:xfrm>
              <a:custGeom>
                <a:avLst/>
                <a:gdLst>
                  <a:gd name="T0" fmla="*/ 0 w 32"/>
                  <a:gd name="T1" fmla="*/ 0 h 422"/>
                  <a:gd name="T2" fmla="*/ 0 w 32"/>
                  <a:gd name="T3" fmla="*/ 422 h 422"/>
                  <a:gd name="T4" fmla="*/ 32 w 32"/>
                  <a:gd name="T5" fmla="*/ 422 h 422"/>
                  <a:gd name="T6" fmla="*/ 32 w 32"/>
                  <a:gd name="T7" fmla="*/ 0 h 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" h="422">
                    <a:moveTo>
                      <a:pt x="0" y="0"/>
                    </a:moveTo>
                    <a:lnTo>
                      <a:pt x="0" y="422"/>
                    </a:lnTo>
                    <a:lnTo>
                      <a:pt x="32" y="422"/>
                    </a:lnTo>
                    <a:lnTo>
                      <a:pt x="3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5365750" y="3738563"/>
                <a:ext cx="417513" cy="76200"/>
              </a:xfrm>
              <a:prstGeom prst="rect">
                <a:avLst/>
              </a:prstGeom>
              <a:solidFill>
                <a:srgbClr val="6112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5365750" y="3738563"/>
                <a:ext cx="417513" cy="76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5365750" y="3568700"/>
                <a:ext cx="417513" cy="79375"/>
              </a:xfrm>
              <a:prstGeom prst="rect">
                <a:avLst/>
              </a:prstGeom>
              <a:solidFill>
                <a:srgbClr val="6112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7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5365750" y="3568700"/>
                <a:ext cx="417513" cy="79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5365750" y="3403600"/>
                <a:ext cx="417513" cy="76200"/>
              </a:xfrm>
              <a:prstGeom prst="rect">
                <a:avLst/>
              </a:prstGeom>
              <a:solidFill>
                <a:srgbClr val="6112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5365750" y="3403600"/>
                <a:ext cx="417513" cy="76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1006475" y="3049588"/>
                <a:ext cx="5087938" cy="388938"/>
              </a:xfrm>
              <a:custGeom>
                <a:avLst/>
                <a:gdLst>
                  <a:gd name="T0" fmla="*/ 156 w 1599"/>
                  <a:gd name="T1" fmla="*/ 0 h 122"/>
                  <a:gd name="T2" fmla="*/ 34 w 1599"/>
                  <a:gd name="T3" fmla="*/ 63 h 122"/>
                  <a:gd name="T4" fmla="*/ 2 w 1599"/>
                  <a:gd name="T5" fmla="*/ 105 h 122"/>
                  <a:gd name="T6" fmla="*/ 0 w 1599"/>
                  <a:gd name="T7" fmla="*/ 122 h 122"/>
                  <a:gd name="T8" fmla="*/ 156 w 1599"/>
                  <a:gd name="T9" fmla="*/ 7 h 122"/>
                  <a:gd name="T10" fmla="*/ 1599 w 1599"/>
                  <a:gd name="T11" fmla="*/ 7 h 122"/>
                  <a:gd name="T12" fmla="*/ 1598 w 1599"/>
                  <a:gd name="T13" fmla="*/ 0 h 122"/>
                  <a:gd name="T14" fmla="*/ 156 w 1599"/>
                  <a:gd name="T15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99" h="122">
                    <a:moveTo>
                      <a:pt x="156" y="0"/>
                    </a:moveTo>
                    <a:cubicBezTo>
                      <a:pt x="119" y="0"/>
                      <a:pt x="72" y="24"/>
                      <a:pt x="34" y="63"/>
                    </a:cubicBezTo>
                    <a:cubicBezTo>
                      <a:pt x="22" y="76"/>
                      <a:pt x="11" y="90"/>
                      <a:pt x="2" y="105"/>
                    </a:cubicBezTo>
                    <a:cubicBezTo>
                      <a:pt x="1" y="111"/>
                      <a:pt x="0" y="117"/>
                      <a:pt x="0" y="122"/>
                    </a:cubicBezTo>
                    <a:cubicBezTo>
                      <a:pt x="34" y="59"/>
                      <a:pt x="103" y="7"/>
                      <a:pt x="156" y="7"/>
                    </a:cubicBezTo>
                    <a:cubicBezTo>
                      <a:pt x="1599" y="7"/>
                      <a:pt x="1599" y="7"/>
                      <a:pt x="1599" y="7"/>
                    </a:cubicBezTo>
                    <a:cubicBezTo>
                      <a:pt x="1598" y="5"/>
                      <a:pt x="1598" y="2"/>
                      <a:pt x="1598" y="0"/>
                    </a:cubicBezTo>
                    <a:lnTo>
                      <a:pt x="156" y="0"/>
                    </a:lnTo>
                    <a:close/>
                  </a:path>
                </a:pathLst>
              </a:custGeom>
              <a:solidFill>
                <a:srgbClr val="B1B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898525" y="4343400"/>
                <a:ext cx="598488" cy="252413"/>
              </a:xfrm>
              <a:custGeom>
                <a:avLst/>
                <a:gdLst>
                  <a:gd name="T0" fmla="*/ 188 w 188"/>
                  <a:gd name="T1" fmla="*/ 67 h 79"/>
                  <a:gd name="T2" fmla="*/ 176 w 188"/>
                  <a:gd name="T3" fmla="*/ 79 h 79"/>
                  <a:gd name="T4" fmla="*/ 12 w 188"/>
                  <a:gd name="T5" fmla="*/ 79 h 79"/>
                  <a:gd name="T6" fmla="*/ 0 w 188"/>
                  <a:gd name="T7" fmla="*/ 67 h 79"/>
                  <a:gd name="T8" fmla="*/ 0 w 188"/>
                  <a:gd name="T9" fmla="*/ 12 h 79"/>
                  <a:gd name="T10" fmla="*/ 12 w 188"/>
                  <a:gd name="T11" fmla="*/ 0 h 79"/>
                  <a:gd name="T12" fmla="*/ 176 w 188"/>
                  <a:gd name="T13" fmla="*/ 0 h 79"/>
                  <a:gd name="T14" fmla="*/ 188 w 188"/>
                  <a:gd name="T15" fmla="*/ 12 h 79"/>
                  <a:gd name="T16" fmla="*/ 188 w 188"/>
                  <a:gd name="T17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8" h="79">
                    <a:moveTo>
                      <a:pt x="188" y="67"/>
                    </a:moveTo>
                    <a:cubicBezTo>
                      <a:pt x="188" y="74"/>
                      <a:pt x="182" y="79"/>
                      <a:pt x="176" y="79"/>
                    </a:cubicBezTo>
                    <a:cubicBezTo>
                      <a:pt x="12" y="79"/>
                      <a:pt x="12" y="79"/>
                      <a:pt x="12" y="79"/>
                    </a:cubicBezTo>
                    <a:cubicBezTo>
                      <a:pt x="5" y="79"/>
                      <a:pt x="0" y="74"/>
                      <a:pt x="0" y="67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76" y="0"/>
                      <a:pt x="176" y="0"/>
                      <a:pt x="176" y="0"/>
                    </a:cubicBezTo>
                    <a:cubicBezTo>
                      <a:pt x="182" y="0"/>
                      <a:pt x="188" y="5"/>
                      <a:pt x="188" y="12"/>
                    </a:cubicBezTo>
                    <a:lnTo>
                      <a:pt x="188" y="67"/>
                    </a:lnTo>
                    <a:close/>
                  </a:path>
                </a:pathLst>
              </a:custGeom>
              <a:solidFill>
                <a:srgbClr val="F0F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出自【趣你的PPT】(微信:qunideppt)：最优质的PPT资源库"/>
              <p:cNvSpPr>
                <a:spLocks noChangeArrowheads="1"/>
              </p:cNvSpPr>
              <p:nvPr/>
            </p:nvSpPr>
            <p:spPr bwMode="auto">
              <a:xfrm>
                <a:off x="962025" y="4149725"/>
                <a:ext cx="101600" cy="2000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955675" y="4143375"/>
                <a:ext cx="114300" cy="212725"/>
              </a:xfrm>
              <a:custGeom>
                <a:avLst/>
                <a:gdLst>
                  <a:gd name="T0" fmla="*/ 34 w 36"/>
                  <a:gd name="T1" fmla="*/ 33 h 67"/>
                  <a:gd name="T2" fmla="*/ 32 w 36"/>
                  <a:gd name="T3" fmla="*/ 33 h 67"/>
                  <a:gd name="T4" fmla="*/ 27 w 36"/>
                  <a:gd name="T5" fmla="*/ 55 h 67"/>
                  <a:gd name="T6" fmla="*/ 23 w 36"/>
                  <a:gd name="T7" fmla="*/ 61 h 67"/>
                  <a:gd name="T8" fmla="*/ 18 w 36"/>
                  <a:gd name="T9" fmla="*/ 63 h 67"/>
                  <a:gd name="T10" fmla="*/ 13 w 36"/>
                  <a:gd name="T11" fmla="*/ 61 h 67"/>
                  <a:gd name="T12" fmla="*/ 7 w 36"/>
                  <a:gd name="T13" fmla="*/ 50 h 67"/>
                  <a:gd name="T14" fmla="*/ 4 w 36"/>
                  <a:gd name="T15" fmla="*/ 33 h 67"/>
                  <a:gd name="T16" fmla="*/ 9 w 36"/>
                  <a:gd name="T17" fmla="*/ 12 h 67"/>
                  <a:gd name="T18" fmla="*/ 13 w 36"/>
                  <a:gd name="T19" fmla="*/ 6 h 67"/>
                  <a:gd name="T20" fmla="*/ 18 w 36"/>
                  <a:gd name="T21" fmla="*/ 4 h 67"/>
                  <a:gd name="T22" fmla="*/ 23 w 36"/>
                  <a:gd name="T23" fmla="*/ 6 h 67"/>
                  <a:gd name="T24" fmla="*/ 29 w 36"/>
                  <a:gd name="T25" fmla="*/ 16 h 67"/>
                  <a:gd name="T26" fmla="*/ 32 w 36"/>
                  <a:gd name="T27" fmla="*/ 33 h 67"/>
                  <a:gd name="T28" fmla="*/ 34 w 36"/>
                  <a:gd name="T29" fmla="*/ 33 h 67"/>
                  <a:gd name="T30" fmla="*/ 36 w 36"/>
                  <a:gd name="T31" fmla="*/ 33 h 67"/>
                  <a:gd name="T32" fmla="*/ 31 w 36"/>
                  <a:gd name="T33" fmla="*/ 10 h 67"/>
                  <a:gd name="T34" fmla="*/ 25 w 36"/>
                  <a:gd name="T35" fmla="*/ 3 h 67"/>
                  <a:gd name="T36" fmla="*/ 18 w 36"/>
                  <a:gd name="T37" fmla="*/ 0 h 67"/>
                  <a:gd name="T38" fmla="*/ 10 w 36"/>
                  <a:gd name="T39" fmla="*/ 3 h 67"/>
                  <a:gd name="T40" fmla="*/ 3 w 36"/>
                  <a:gd name="T41" fmla="*/ 15 h 67"/>
                  <a:gd name="T42" fmla="*/ 0 w 36"/>
                  <a:gd name="T43" fmla="*/ 33 h 67"/>
                  <a:gd name="T44" fmla="*/ 5 w 36"/>
                  <a:gd name="T45" fmla="*/ 57 h 67"/>
                  <a:gd name="T46" fmla="*/ 10 w 36"/>
                  <a:gd name="T47" fmla="*/ 64 h 67"/>
                  <a:gd name="T48" fmla="*/ 18 w 36"/>
                  <a:gd name="T49" fmla="*/ 67 h 67"/>
                  <a:gd name="T50" fmla="*/ 25 w 36"/>
                  <a:gd name="T51" fmla="*/ 64 h 67"/>
                  <a:gd name="T52" fmla="*/ 33 w 36"/>
                  <a:gd name="T53" fmla="*/ 52 h 67"/>
                  <a:gd name="T54" fmla="*/ 36 w 36"/>
                  <a:gd name="T55" fmla="*/ 33 h 67"/>
                  <a:gd name="T56" fmla="*/ 34 w 36"/>
                  <a:gd name="T57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6" h="67">
                    <a:moveTo>
                      <a:pt x="34" y="33"/>
                    </a:moveTo>
                    <a:cubicBezTo>
                      <a:pt x="32" y="33"/>
                      <a:pt x="32" y="33"/>
                      <a:pt x="32" y="33"/>
                    </a:cubicBezTo>
                    <a:cubicBezTo>
                      <a:pt x="32" y="42"/>
                      <a:pt x="30" y="49"/>
                      <a:pt x="27" y="55"/>
                    </a:cubicBezTo>
                    <a:cubicBezTo>
                      <a:pt x="26" y="57"/>
                      <a:pt x="24" y="60"/>
                      <a:pt x="23" y="61"/>
                    </a:cubicBezTo>
                    <a:cubicBezTo>
                      <a:pt x="21" y="62"/>
                      <a:pt x="20" y="63"/>
                      <a:pt x="18" y="63"/>
                    </a:cubicBezTo>
                    <a:cubicBezTo>
                      <a:pt x="16" y="63"/>
                      <a:pt x="15" y="62"/>
                      <a:pt x="13" y="61"/>
                    </a:cubicBezTo>
                    <a:cubicBezTo>
                      <a:pt x="11" y="59"/>
                      <a:pt x="8" y="55"/>
                      <a:pt x="7" y="50"/>
                    </a:cubicBezTo>
                    <a:cubicBezTo>
                      <a:pt x="5" y="46"/>
                      <a:pt x="4" y="40"/>
                      <a:pt x="4" y="33"/>
                    </a:cubicBezTo>
                    <a:cubicBezTo>
                      <a:pt x="4" y="25"/>
                      <a:pt x="6" y="17"/>
                      <a:pt x="9" y="12"/>
                    </a:cubicBezTo>
                    <a:cubicBezTo>
                      <a:pt x="10" y="9"/>
                      <a:pt x="11" y="7"/>
                      <a:pt x="13" y="6"/>
                    </a:cubicBezTo>
                    <a:cubicBezTo>
                      <a:pt x="15" y="4"/>
                      <a:pt x="16" y="4"/>
                      <a:pt x="18" y="4"/>
                    </a:cubicBezTo>
                    <a:cubicBezTo>
                      <a:pt x="20" y="4"/>
                      <a:pt x="21" y="4"/>
                      <a:pt x="23" y="6"/>
                    </a:cubicBezTo>
                    <a:cubicBezTo>
                      <a:pt x="25" y="8"/>
                      <a:pt x="28" y="12"/>
                      <a:pt x="29" y="16"/>
                    </a:cubicBezTo>
                    <a:cubicBezTo>
                      <a:pt x="31" y="21"/>
                      <a:pt x="32" y="27"/>
                      <a:pt x="32" y="33"/>
                    </a:cubicBezTo>
                    <a:cubicBezTo>
                      <a:pt x="34" y="33"/>
                      <a:pt x="34" y="33"/>
                      <a:pt x="34" y="33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6" y="24"/>
                      <a:pt x="34" y="16"/>
                      <a:pt x="31" y="10"/>
                    </a:cubicBezTo>
                    <a:cubicBezTo>
                      <a:pt x="29" y="7"/>
                      <a:pt x="28" y="5"/>
                      <a:pt x="25" y="3"/>
                    </a:cubicBezTo>
                    <a:cubicBezTo>
                      <a:pt x="23" y="1"/>
                      <a:pt x="21" y="0"/>
                      <a:pt x="18" y="0"/>
                    </a:cubicBezTo>
                    <a:cubicBezTo>
                      <a:pt x="15" y="0"/>
                      <a:pt x="13" y="1"/>
                      <a:pt x="10" y="3"/>
                    </a:cubicBezTo>
                    <a:cubicBezTo>
                      <a:pt x="7" y="5"/>
                      <a:pt x="5" y="10"/>
                      <a:pt x="3" y="15"/>
                    </a:cubicBezTo>
                    <a:cubicBezTo>
                      <a:pt x="1" y="20"/>
                      <a:pt x="0" y="27"/>
                      <a:pt x="0" y="33"/>
                    </a:cubicBezTo>
                    <a:cubicBezTo>
                      <a:pt x="0" y="42"/>
                      <a:pt x="2" y="50"/>
                      <a:pt x="5" y="57"/>
                    </a:cubicBezTo>
                    <a:cubicBezTo>
                      <a:pt x="6" y="60"/>
                      <a:pt x="8" y="62"/>
                      <a:pt x="10" y="64"/>
                    </a:cubicBezTo>
                    <a:cubicBezTo>
                      <a:pt x="13" y="66"/>
                      <a:pt x="15" y="67"/>
                      <a:pt x="18" y="67"/>
                    </a:cubicBezTo>
                    <a:cubicBezTo>
                      <a:pt x="21" y="67"/>
                      <a:pt x="23" y="66"/>
                      <a:pt x="25" y="64"/>
                    </a:cubicBezTo>
                    <a:cubicBezTo>
                      <a:pt x="29" y="61"/>
                      <a:pt x="31" y="57"/>
                      <a:pt x="33" y="52"/>
                    </a:cubicBezTo>
                    <a:cubicBezTo>
                      <a:pt x="35" y="46"/>
                      <a:pt x="36" y="40"/>
                      <a:pt x="36" y="33"/>
                    </a:cubicBezTo>
                    <a:lnTo>
                      <a:pt x="34" y="33"/>
                    </a:lnTo>
                    <a:close/>
                  </a:path>
                </a:pathLst>
              </a:custGeom>
              <a:solidFill>
                <a:srgbClr val="B1B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1487488" y="2033588"/>
                <a:ext cx="4400550" cy="139700"/>
              </a:xfrm>
              <a:custGeom>
                <a:avLst/>
                <a:gdLst>
                  <a:gd name="T0" fmla="*/ 1383 w 1383"/>
                  <a:gd name="T1" fmla="*/ 44 h 44"/>
                  <a:gd name="T2" fmla="*/ 1374 w 1383"/>
                  <a:gd name="T3" fmla="*/ 20 h 44"/>
                  <a:gd name="T4" fmla="*/ 1348 w 1383"/>
                  <a:gd name="T5" fmla="*/ 0 h 44"/>
                  <a:gd name="T6" fmla="*/ 157 w 1383"/>
                  <a:gd name="T7" fmla="*/ 0 h 44"/>
                  <a:gd name="T8" fmla="*/ 4 w 1383"/>
                  <a:gd name="T9" fmla="*/ 40 h 44"/>
                  <a:gd name="T10" fmla="*/ 0 w 1383"/>
                  <a:gd name="T11" fmla="*/ 44 h 44"/>
                  <a:gd name="T12" fmla="*/ 1383 w 1383"/>
                  <a:gd name="T13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3" h="44">
                    <a:moveTo>
                      <a:pt x="1383" y="44"/>
                    </a:moveTo>
                    <a:cubicBezTo>
                      <a:pt x="1378" y="29"/>
                      <a:pt x="1374" y="21"/>
                      <a:pt x="1374" y="20"/>
                    </a:cubicBezTo>
                    <a:cubicBezTo>
                      <a:pt x="1374" y="20"/>
                      <a:pt x="1364" y="0"/>
                      <a:pt x="1348" y="0"/>
                    </a:cubicBezTo>
                    <a:cubicBezTo>
                      <a:pt x="157" y="0"/>
                      <a:pt x="157" y="0"/>
                      <a:pt x="157" y="0"/>
                    </a:cubicBezTo>
                    <a:cubicBezTo>
                      <a:pt x="46" y="0"/>
                      <a:pt x="24" y="21"/>
                      <a:pt x="4" y="40"/>
                    </a:cubicBezTo>
                    <a:cubicBezTo>
                      <a:pt x="3" y="41"/>
                      <a:pt x="1" y="42"/>
                      <a:pt x="0" y="44"/>
                    </a:cubicBezTo>
                    <a:lnTo>
                      <a:pt x="1383" y="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" name="Group 1出自【趣你的PPT】(微信:qunideppt)：最优质的PPT资源库"/>
          <p:cNvGrpSpPr/>
          <p:nvPr/>
        </p:nvGrpSpPr>
        <p:grpSpPr>
          <a:xfrm>
            <a:off x="6635528" y="4766019"/>
            <a:ext cx="5570335" cy="2108954"/>
            <a:chOff x="6635528" y="4766019"/>
            <a:chExt cx="5570335" cy="2108954"/>
          </a:xfrm>
        </p:grpSpPr>
        <p:grpSp>
          <p:nvGrpSpPr>
            <p:cNvPr id="91" name="组合 90"/>
            <p:cNvGrpSpPr/>
            <p:nvPr/>
          </p:nvGrpSpPr>
          <p:grpSpPr>
            <a:xfrm>
              <a:off x="6635528" y="4788289"/>
              <a:ext cx="2331415" cy="2086684"/>
              <a:chOff x="6635528" y="4788289"/>
              <a:chExt cx="2331415" cy="2086684"/>
            </a:xfrm>
          </p:grpSpPr>
          <p:sp>
            <p:nvSpPr>
              <p:cNvPr id="83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6635528" y="4788290"/>
                <a:ext cx="2331415" cy="2086081"/>
              </a:xfrm>
              <a:custGeom>
                <a:avLst/>
                <a:gdLst>
                  <a:gd name="connsiteX0" fmla="*/ 800818 w 2331415"/>
                  <a:gd name="connsiteY0" fmla="*/ 0 h 2086081"/>
                  <a:gd name="connsiteX1" fmla="*/ 2331415 w 2331415"/>
                  <a:gd name="connsiteY1" fmla="*/ 2086081 h 2086081"/>
                  <a:gd name="connsiteX2" fmla="*/ 0 w 2331415"/>
                  <a:gd name="connsiteY2" fmla="*/ 2086081 h 2086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31415" h="2086081">
                    <a:moveTo>
                      <a:pt x="800818" y="0"/>
                    </a:moveTo>
                    <a:lnTo>
                      <a:pt x="2331415" y="2086081"/>
                    </a:lnTo>
                    <a:lnTo>
                      <a:pt x="0" y="2086081"/>
                    </a:lnTo>
                    <a:close/>
                  </a:path>
                </a:pathLst>
              </a:custGeom>
              <a:solidFill>
                <a:srgbClr val="5DA2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7436346" y="4788289"/>
                <a:ext cx="1482603" cy="2086684"/>
              </a:xfrm>
              <a:custGeom>
                <a:avLst/>
                <a:gdLst>
                  <a:gd name="connsiteX0" fmla="*/ 0 w 1482603"/>
                  <a:gd name="connsiteY0" fmla="*/ 0 h 2086684"/>
                  <a:gd name="connsiteX1" fmla="*/ 1482603 w 1482603"/>
                  <a:gd name="connsiteY1" fmla="*/ 1919271 h 2086684"/>
                  <a:gd name="connsiteX2" fmla="*/ 1443562 w 1482603"/>
                  <a:gd name="connsiteY2" fmla="*/ 2071812 h 2086684"/>
                  <a:gd name="connsiteX3" fmla="*/ 1439711 w 1482603"/>
                  <a:gd name="connsiteY3" fmla="*/ 2086684 h 2086684"/>
                  <a:gd name="connsiteX4" fmla="*/ 903587 w 1482603"/>
                  <a:gd name="connsiteY4" fmla="*/ 2086684 h 2086684"/>
                  <a:gd name="connsiteX5" fmla="*/ 830128 w 1482603"/>
                  <a:gd name="connsiteY5" fmla="*/ 1915611 h 2086684"/>
                  <a:gd name="connsiteX6" fmla="*/ 0 w 1482603"/>
                  <a:gd name="connsiteY6" fmla="*/ 0 h 2086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82603" h="2086684">
                    <a:moveTo>
                      <a:pt x="0" y="0"/>
                    </a:moveTo>
                    <a:lnTo>
                      <a:pt x="1482603" y="1919271"/>
                    </a:lnTo>
                    <a:cubicBezTo>
                      <a:pt x="1482603" y="1919271"/>
                      <a:pt x="1467081" y="1980665"/>
                      <a:pt x="1443562" y="2071812"/>
                    </a:cubicBezTo>
                    <a:lnTo>
                      <a:pt x="1439711" y="2086684"/>
                    </a:lnTo>
                    <a:lnTo>
                      <a:pt x="903587" y="2086684"/>
                    </a:lnTo>
                    <a:lnTo>
                      <a:pt x="830128" y="1915611"/>
                    </a:lnTo>
                    <a:cubicBezTo>
                      <a:pt x="473309" y="108620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2227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7111828" y="5090537"/>
                <a:ext cx="865382" cy="642673"/>
              </a:xfrm>
              <a:custGeom>
                <a:avLst/>
                <a:gdLst>
                  <a:gd name="T0" fmla="*/ 0 w 272"/>
                  <a:gd name="T1" fmla="*/ 168 h 202"/>
                  <a:gd name="T2" fmla="*/ 78 w 272"/>
                  <a:gd name="T3" fmla="*/ 119 h 202"/>
                  <a:gd name="T4" fmla="*/ 135 w 272"/>
                  <a:gd name="T5" fmla="*/ 202 h 202"/>
                  <a:gd name="T6" fmla="*/ 154 w 272"/>
                  <a:gd name="T7" fmla="*/ 111 h 202"/>
                  <a:gd name="T8" fmla="*/ 227 w 272"/>
                  <a:gd name="T9" fmla="*/ 195 h 202"/>
                  <a:gd name="T10" fmla="*/ 208 w 272"/>
                  <a:gd name="T11" fmla="*/ 66 h 202"/>
                  <a:gd name="T12" fmla="*/ 272 w 272"/>
                  <a:gd name="T13" fmla="*/ 119 h 202"/>
                  <a:gd name="T14" fmla="*/ 177 w 272"/>
                  <a:gd name="T15" fmla="*/ 0 h 202"/>
                  <a:gd name="T16" fmla="*/ 189 w 272"/>
                  <a:gd name="T17" fmla="*/ 85 h 202"/>
                  <a:gd name="T18" fmla="*/ 132 w 272"/>
                  <a:gd name="T19" fmla="*/ 54 h 202"/>
                  <a:gd name="T20" fmla="*/ 118 w 272"/>
                  <a:gd name="T21" fmla="*/ 116 h 202"/>
                  <a:gd name="T22" fmla="*/ 80 w 272"/>
                  <a:gd name="T23" fmla="*/ 45 h 202"/>
                  <a:gd name="T24" fmla="*/ 42 w 272"/>
                  <a:gd name="T25" fmla="*/ 104 h 202"/>
                  <a:gd name="T26" fmla="*/ 52 w 272"/>
                  <a:gd name="T27" fmla="*/ 28 h 202"/>
                  <a:gd name="T28" fmla="*/ 0 w 272"/>
                  <a:gd name="T29" fmla="*/ 168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2" h="202">
                    <a:moveTo>
                      <a:pt x="0" y="168"/>
                    </a:moveTo>
                    <a:lnTo>
                      <a:pt x="78" y="119"/>
                    </a:lnTo>
                    <a:lnTo>
                      <a:pt x="135" y="202"/>
                    </a:lnTo>
                    <a:lnTo>
                      <a:pt x="154" y="111"/>
                    </a:lnTo>
                    <a:lnTo>
                      <a:pt x="227" y="195"/>
                    </a:lnTo>
                    <a:lnTo>
                      <a:pt x="208" y="66"/>
                    </a:lnTo>
                    <a:lnTo>
                      <a:pt x="272" y="119"/>
                    </a:lnTo>
                    <a:lnTo>
                      <a:pt x="177" y="0"/>
                    </a:lnTo>
                    <a:lnTo>
                      <a:pt x="189" y="85"/>
                    </a:lnTo>
                    <a:lnTo>
                      <a:pt x="132" y="54"/>
                    </a:lnTo>
                    <a:lnTo>
                      <a:pt x="118" y="116"/>
                    </a:lnTo>
                    <a:lnTo>
                      <a:pt x="80" y="45"/>
                    </a:lnTo>
                    <a:lnTo>
                      <a:pt x="42" y="104"/>
                    </a:lnTo>
                    <a:lnTo>
                      <a:pt x="52" y="28"/>
                    </a:lnTo>
                    <a:lnTo>
                      <a:pt x="0" y="168"/>
                    </a:lnTo>
                    <a:close/>
                  </a:path>
                </a:pathLst>
              </a:custGeom>
              <a:solidFill>
                <a:srgbClr val="FFF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92" name="组合 91"/>
            <p:cNvGrpSpPr/>
            <p:nvPr/>
          </p:nvGrpSpPr>
          <p:grpSpPr>
            <a:xfrm>
              <a:off x="8758331" y="5370514"/>
              <a:ext cx="1872971" cy="1503858"/>
              <a:chOff x="8758331" y="5370514"/>
              <a:chExt cx="1872971" cy="1503858"/>
            </a:xfrm>
          </p:grpSpPr>
          <p:sp>
            <p:nvSpPr>
              <p:cNvPr id="85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8758331" y="5370515"/>
                <a:ext cx="1872971" cy="1503857"/>
              </a:xfrm>
              <a:custGeom>
                <a:avLst/>
                <a:gdLst>
                  <a:gd name="connsiteX0" fmla="*/ 930554 w 1872971"/>
                  <a:gd name="connsiteY0" fmla="*/ 0 h 1503857"/>
                  <a:gd name="connsiteX1" fmla="*/ 1872971 w 1872971"/>
                  <a:gd name="connsiteY1" fmla="*/ 1503857 h 1503857"/>
                  <a:gd name="connsiteX2" fmla="*/ 0 w 1872971"/>
                  <a:gd name="connsiteY2" fmla="*/ 1503857 h 1503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72971" h="1503857">
                    <a:moveTo>
                      <a:pt x="930554" y="0"/>
                    </a:moveTo>
                    <a:lnTo>
                      <a:pt x="1872971" y="1503857"/>
                    </a:lnTo>
                    <a:lnTo>
                      <a:pt x="0" y="1503857"/>
                    </a:lnTo>
                    <a:close/>
                  </a:path>
                </a:pathLst>
              </a:custGeom>
              <a:solidFill>
                <a:srgbClr val="5DA2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9688885" y="5370514"/>
                <a:ext cx="820840" cy="1503857"/>
              </a:xfrm>
              <a:custGeom>
                <a:avLst/>
                <a:gdLst>
                  <a:gd name="connsiteX0" fmla="*/ 0 w 820840"/>
                  <a:gd name="connsiteY0" fmla="*/ 0 h 1503857"/>
                  <a:gd name="connsiteX1" fmla="*/ 820840 w 820840"/>
                  <a:gd name="connsiteY1" fmla="*/ 1291710 h 1503857"/>
                  <a:gd name="connsiteX2" fmla="*/ 697163 w 820840"/>
                  <a:gd name="connsiteY2" fmla="*/ 1503857 h 1503857"/>
                  <a:gd name="connsiteX3" fmla="*/ 283880 w 820840"/>
                  <a:gd name="connsiteY3" fmla="*/ 1503857 h 1503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0840" h="1503857">
                    <a:moveTo>
                      <a:pt x="0" y="0"/>
                    </a:moveTo>
                    <a:lnTo>
                      <a:pt x="820840" y="1291710"/>
                    </a:lnTo>
                    <a:lnTo>
                      <a:pt x="697163" y="1503857"/>
                    </a:lnTo>
                    <a:lnTo>
                      <a:pt x="283880" y="1503857"/>
                    </a:lnTo>
                    <a:close/>
                  </a:path>
                </a:pathLst>
              </a:custGeom>
              <a:solidFill>
                <a:srgbClr val="2227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9342094" y="5542318"/>
                <a:ext cx="722213" cy="680852"/>
              </a:xfrm>
              <a:custGeom>
                <a:avLst/>
                <a:gdLst>
                  <a:gd name="T0" fmla="*/ 0 w 227"/>
                  <a:gd name="T1" fmla="*/ 114 h 214"/>
                  <a:gd name="T2" fmla="*/ 47 w 227"/>
                  <a:gd name="T3" fmla="*/ 93 h 214"/>
                  <a:gd name="T4" fmla="*/ 47 w 227"/>
                  <a:gd name="T5" fmla="*/ 157 h 214"/>
                  <a:gd name="T6" fmla="*/ 109 w 227"/>
                  <a:gd name="T7" fmla="*/ 91 h 214"/>
                  <a:gd name="T8" fmla="*/ 114 w 227"/>
                  <a:gd name="T9" fmla="*/ 214 h 214"/>
                  <a:gd name="T10" fmla="*/ 140 w 227"/>
                  <a:gd name="T11" fmla="*/ 110 h 214"/>
                  <a:gd name="T12" fmla="*/ 197 w 227"/>
                  <a:gd name="T13" fmla="*/ 171 h 214"/>
                  <a:gd name="T14" fmla="*/ 175 w 227"/>
                  <a:gd name="T15" fmla="*/ 95 h 214"/>
                  <a:gd name="T16" fmla="*/ 227 w 227"/>
                  <a:gd name="T17" fmla="*/ 129 h 214"/>
                  <a:gd name="T18" fmla="*/ 159 w 227"/>
                  <a:gd name="T19" fmla="*/ 17 h 214"/>
                  <a:gd name="T20" fmla="*/ 190 w 227"/>
                  <a:gd name="T21" fmla="*/ 81 h 214"/>
                  <a:gd name="T22" fmla="*/ 147 w 227"/>
                  <a:gd name="T23" fmla="*/ 55 h 214"/>
                  <a:gd name="T24" fmla="*/ 147 w 227"/>
                  <a:gd name="T25" fmla="*/ 84 h 214"/>
                  <a:gd name="T26" fmla="*/ 121 w 227"/>
                  <a:gd name="T27" fmla="*/ 41 h 214"/>
                  <a:gd name="T28" fmla="*/ 83 w 227"/>
                  <a:gd name="T29" fmla="*/ 74 h 214"/>
                  <a:gd name="T30" fmla="*/ 73 w 227"/>
                  <a:gd name="T31" fmla="*/ 0 h 214"/>
                  <a:gd name="T32" fmla="*/ 0 w 227"/>
                  <a:gd name="T33" fmla="*/ 114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27" h="214">
                    <a:moveTo>
                      <a:pt x="0" y="114"/>
                    </a:moveTo>
                    <a:lnTo>
                      <a:pt x="47" y="93"/>
                    </a:lnTo>
                    <a:lnTo>
                      <a:pt x="47" y="157"/>
                    </a:lnTo>
                    <a:lnTo>
                      <a:pt x="109" y="91"/>
                    </a:lnTo>
                    <a:lnTo>
                      <a:pt x="114" y="214"/>
                    </a:lnTo>
                    <a:lnTo>
                      <a:pt x="140" y="110"/>
                    </a:lnTo>
                    <a:lnTo>
                      <a:pt x="197" y="171"/>
                    </a:lnTo>
                    <a:lnTo>
                      <a:pt x="175" y="95"/>
                    </a:lnTo>
                    <a:lnTo>
                      <a:pt x="227" y="129"/>
                    </a:lnTo>
                    <a:lnTo>
                      <a:pt x="159" y="17"/>
                    </a:lnTo>
                    <a:lnTo>
                      <a:pt x="190" y="81"/>
                    </a:lnTo>
                    <a:lnTo>
                      <a:pt x="147" y="55"/>
                    </a:lnTo>
                    <a:lnTo>
                      <a:pt x="147" y="84"/>
                    </a:lnTo>
                    <a:lnTo>
                      <a:pt x="121" y="41"/>
                    </a:lnTo>
                    <a:lnTo>
                      <a:pt x="83" y="74"/>
                    </a:lnTo>
                    <a:lnTo>
                      <a:pt x="73" y="0"/>
                    </a:lnTo>
                    <a:lnTo>
                      <a:pt x="0" y="114"/>
                    </a:lnTo>
                    <a:close/>
                  </a:path>
                </a:pathLst>
              </a:custGeom>
              <a:solidFill>
                <a:srgbClr val="FFF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10399210" y="4766019"/>
              <a:ext cx="1806653" cy="2108352"/>
              <a:chOff x="10399210" y="4766019"/>
              <a:chExt cx="1806653" cy="2108352"/>
            </a:xfrm>
          </p:grpSpPr>
          <p:sp>
            <p:nvSpPr>
              <p:cNvPr id="88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10399210" y="4766019"/>
                <a:ext cx="1806653" cy="2108352"/>
              </a:xfrm>
              <a:custGeom>
                <a:avLst/>
                <a:gdLst>
                  <a:gd name="connsiteX0" fmla="*/ 1271781 w 1806653"/>
                  <a:gd name="connsiteY0" fmla="*/ 0 h 2108352"/>
                  <a:gd name="connsiteX1" fmla="*/ 1806653 w 1806653"/>
                  <a:gd name="connsiteY1" fmla="*/ 947793 h 2108352"/>
                  <a:gd name="connsiteX2" fmla="*/ 1806653 w 1806653"/>
                  <a:gd name="connsiteY2" fmla="*/ 2108352 h 2108352"/>
                  <a:gd name="connsiteX3" fmla="*/ 0 w 1806653"/>
                  <a:gd name="connsiteY3" fmla="*/ 2108352 h 2108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06653" h="2108352">
                    <a:moveTo>
                      <a:pt x="1271781" y="0"/>
                    </a:moveTo>
                    <a:lnTo>
                      <a:pt x="1806653" y="947793"/>
                    </a:lnTo>
                    <a:lnTo>
                      <a:pt x="1806653" y="2108352"/>
                    </a:lnTo>
                    <a:lnTo>
                      <a:pt x="0" y="2108352"/>
                    </a:lnTo>
                    <a:close/>
                  </a:path>
                </a:pathLst>
              </a:custGeom>
              <a:solidFill>
                <a:srgbClr val="5DA2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0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11670990" y="4766019"/>
                <a:ext cx="521010" cy="2010740"/>
              </a:xfrm>
              <a:custGeom>
                <a:avLst/>
                <a:gdLst>
                  <a:gd name="connsiteX0" fmla="*/ 0 w 521010"/>
                  <a:gd name="connsiteY0" fmla="*/ 0 h 2010740"/>
                  <a:gd name="connsiteX1" fmla="*/ 521010 w 521010"/>
                  <a:gd name="connsiteY1" fmla="*/ 922444 h 2010740"/>
                  <a:gd name="connsiteX2" fmla="*/ 521010 w 521010"/>
                  <a:gd name="connsiteY2" fmla="*/ 1807123 h 2010740"/>
                  <a:gd name="connsiteX3" fmla="*/ 400876 w 521010"/>
                  <a:gd name="connsiteY3" fmla="*/ 2010740 h 201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1010" h="2010740">
                    <a:moveTo>
                      <a:pt x="0" y="0"/>
                    </a:moveTo>
                    <a:lnTo>
                      <a:pt x="521010" y="922444"/>
                    </a:lnTo>
                    <a:lnTo>
                      <a:pt x="521010" y="1807123"/>
                    </a:lnTo>
                    <a:lnTo>
                      <a:pt x="400876" y="2010740"/>
                    </a:lnTo>
                    <a:close/>
                  </a:path>
                </a:pathLst>
              </a:custGeom>
              <a:solidFill>
                <a:srgbClr val="2227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11241482" y="4969638"/>
                <a:ext cx="919469" cy="763572"/>
              </a:xfrm>
              <a:custGeom>
                <a:avLst/>
                <a:gdLst>
                  <a:gd name="T0" fmla="*/ 230 w 289"/>
                  <a:gd name="T1" fmla="*/ 109 h 240"/>
                  <a:gd name="T2" fmla="*/ 289 w 289"/>
                  <a:gd name="T3" fmla="*/ 209 h 240"/>
                  <a:gd name="T4" fmla="*/ 173 w 289"/>
                  <a:gd name="T5" fmla="*/ 133 h 240"/>
                  <a:gd name="T6" fmla="*/ 142 w 289"/>
                  <a:gd name="T7" fmla="*/ 240 h 240"/>
                  <a:gd name="T8" fmla="*/ 118 w 289"/>
                  <a:gd name="T9" fmla="*/ 133 h 240"/>
                  <a:gd name="T10" fmla="*/ 55 w 289"/>
                  <a:gd name="T11" fmla="*/ 214 h 240"/>
                  <a:gd name="T12" fmla="*/ 90 w 289"/>
                  <a:gd name="T13" fmla="*/ 54 h 240"/>
                  <a:gd name="T14" fmla="*/ 0 w 289"/>
                  <a:gd name="T15" fmla="*/ 152 h 240"/>
                  <a:gd name="T16" fmla="*/ 92 w 289"/>
                  <a:gd name="T17" fmla="*/ 0 h 240"/>
                  <a:gd name="T18" fmla="*/ 111 w 289"/>
                  <a:gd name="T19" fmla="*/ 62 h 240"/>
                  <a:gd name="T20" fmla="*/ 142 w 289"/>
                  <a:gd name="T21" fmla="*/ 52 h 240"/>
                  <a:gd name="T22" fmla="*/ 152 w 289"/>
                  <a:gd name="T23" fmla="*/ 149 h 240"/>
                  <a:gd name="T24" fmla="*/ 156 w 289"/>
                  <a:gd name="T25" fmla="*/ 52 h 240"/>
                  <a:gd name="T26" fmla="*/ 237 w 289"/>
                  <a:gd name="T27" fmla="*/ 138 h 240"/>
                  <a:gd name="T28" fmla="*/ 230 w 289"/>
                  <a:gd name="T29" fmla="*/ 109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9" h="240">
                    <a:moveTo>
                      <a:pt x="230" y="109"/>
                    </a:moveTo>
                    <a:lnTo>
                      <a:pt x="289" y="209"/>
                    </a:lnTo>
                    <a:lnTo>
                      <a:pt x="173" y="133"/>
                    </a:lnTo>
                    <a:lnTo>
                      <a:pt x="142" y="240"/>
                    </a:lnTo>
                    <a:lnTo>
                      <a:pt x="118" y="133"/>
                    </a:lnTo>
                    <a:lnTo>
                      <a:pt x="55" y="214"/>
                    </a:lnTo>
                    <a:lnTo>
                      <a:pt x="90" y="54"/>
                    </a:lnTo>
                    <a:lnTo>
                      <a:pt x="0" y="152"/>
                    </a:lnTo>
                    <a:lnTo>
                      <a:pt x="92" y="0"/>
                    </a:lnTo>
                    <a:lnTo>
                      <a:pt x="111" y="62"/>
                    </a:lnTo>
                    <a:lnTo>
                      <a:pt x="142" y="52"/>
                    </a:lnTo>
                    <a:lnTo>
                      <a:pt x="152" y="149"/>
                    </a:lnTo>
                    <a:lnTo>
                      <a:pt x="156" y="52"/>
                    </a:lnTo>
                    <a:lnTo>
                      <a:pt x="237" y="138"/>
                    </a:lnTo>
                    <a:lnTo>
                      <a:pt x="230" y="109"/>
                    </a:lnTo>
                    <a:close/>
                  </a:path>
                </a:pathLst>
              </a:custGeom>
              <a:solidFill>
                <a:srgbClr val="FFF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94" name="Group 93出自【趣你的PPT】(微信:qunideppt)：最优质的PPT资源库"/>
          <p:cNvGrpSpPr/>
          <p:nvPr/>
        </p:nvGrpSpPr>
        <p:grpSpPr>
          <a:xfrm>
            <a:off x="4421560" y="6223170"/>
            <a:ext cx="2235805" cy="614261"/>
            <a:chOff x="4489451" y="5481638"/>
            <a:chExt cx="4090988" cy="1123950"/>
          </a:xfrm>
        </p:grpSpPr>
        <p:sp>
          <p:nvSpPr>
            <p:cNvPr id="95" name="出自【趣你的PPT】(微信:qunideppt)：最优质的PPT资源库"/>
            <p:cNvSpPr>
              <a:spLocks/>
            </p:cNvSpPr>
            <p:nvPr/>
          </p:nvSpPr>
          <p:spPr bwMode="auto">
            <a:xfrm>
              <a:off x="4786313" y="6257925"/>
              <a:ext cx="73025" cy="338138"/>
            </a:xfrm>
            <a:custGeom>
              <a:avLst/>
              <a:gdLst>
                <a:gd name="T0" fmla="*/ 40 w 40"/>
                <a:gd name="T1" fmla="*/ 178 h 187"/>
                <a:gd name="T2" fmla="*/ 20 w 40"/>
                <a:gd name="T3" fmla="*/ 187 h 187"/>
                <a:gd name="T4" fmla="*/ 20 w 40"/>
                <a:gd name="T5" fmla="*/ 187 h 187"/>
                <a:gd name="T6" fmla="*/ 0 w 40"/>
                <a:gd name="T7" fmla="*/ 178 h 187"/>
                <a:gd name="T8" fmla="*/ 0 w 40"/>
                <a:gd name="T9" fmla="*/ 8 h 187"/>
                <a:gd name="T10" fmla="*/ 20 w 40"/>
                <a:gd name="T11" fmla="*/ 0 h 187"/>
                <a:gd name="T12" fmla="*/ 20 w 40"/>
                <a:gd name="T13" fmla="*/ 0 h 187"/>
                <a:gd name="T14" fmla="*/ 40 w 40"/>
                <a:gd name="T15" fmla="*/ 8 h 187"/>
                <a:gd name="T16" fmla="*/ 40 w 40"/>
                <a:gd name="T17" fmla="*/ 178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187">
                  <a:moveTo>
                    <a:pt x="40" y="178"/>
                  </a:moveTo>
                  <a:cubicBezTo>
                    <a:pt x="40" y="183"/>
                    <a:pt x="31" y="187"/>
                    <a:pt x="20" y="187"/>
                  </a:cubicBezTo>
                  <a:cubicBezTo>
                    <a:pt x="20" y="187"/>
                    <a:pt x="20" y="187"/>
                    <a:pt x="20" y="187"/>
                  </a:cubicBezTo>
                  <a:cubicBezTo>
                    <a:pt x="9" y="187"/>
                    <a:pt x="0" y="183"/>
                    <a:pt x="0" y="17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9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1" y="0"/>
                    <a:pt x="40" y="4"/>
                    <a:pt x="40" y="8"/>
                  </a:cubicBezTo>
                  <a:lnTo>
                    <a:pt x="40" y="178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4489451" y="5651500"/>
              <a:ext cx="666750" cy="776288"/>
            </a:xfrm>
            <a:custGeom>
              <a:avLst/>
              <a:gdLst>
                <a:gd name="T0" fmla="*/ 260 w 370"/>
                <a:gd name="T1" fmla="*/ 304 h 429"/>
                <a:gd name="T2" fmla="*/ 353 w 370"/>
                <a:gd name="T3" fmla="*/ 288 h 429"/>
                <a:gd name="T4" fmla="*/ 246 w 370"/>
                <a:gd name="T5" fmla="*/ 207 h 429"/>
                <a:gd name="T6" fmla="*/ 326 w 370"/>
                <a:gd name="T7" fmla="*/ 184 h 429"/>
                <a:gd name="T8" fmla="*/ 233 w 370"/>
                <a:gd name="T9" fmla="*/ 120 h 429"/>
                <a:gd name="T10" fmla="*/ 271 w 370"/>
                <a:gd name="T11" fmla="*/ 104 h 429"/>
                <a:gd name="T12" fmla="*/ 186 w 370"/>
                <a:gd name="T13" fmla="*/ 0 h 429"/>
                <a:gd name="T14" fmla="*/ 89 w 370"/>
                <a:gd name="T15" fmla="*/ 103 h 429"/>
                <a:gd name="T16" fmla="*/ 136 w 370"/>
                <a:gd name="T17" fmla="*/ 121 h 429"/>
                <a:gd name="T18" fmla="*/ 44 w 370"/>
                <a:gd name="T19" fmla="*/ 184 h 429"/>
                <a:gd name="T20" fmla="*/ 124 w 370"/>
                <a:gd name="T21" fmla="*/ 207 h 429"/>
                <a:gd name="T22" fmla="*/ 17 w 370"/>
                <a:gd name="T23" fmla="*/ 288 h 429"/>
                <a:gd name="T24" fmla="*/ 110 w 370"/>
                <a:gd name="T25" fmla="*/ 304 h 429"/>
                <a:gd name="T26" fmla="*/ 0 w 370"/>
                <a:gd name="T27" fmla="*/ 397 h 429"/>
                <a:gd name="T28" fmla="*/ 186 w 370"/>
                <a:gd name="T29" fmla="*/ 429 h 429"/>
                <a:gd name="T30" fmla="*/ 370 w 370"/>
                <a:gd name="T31" fmla="*/ 397 h 429"/>
                <a:gd name="T32" fmla="*/ 260 w 370"/>
                <a:gd name="T33" fmla="*/ 304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0" h="429">
                  <a:moveTo>
                    <a:pt x="260" y="304"/>
                  </a:moveTo>
                  <a:cubicBezTo>
                    <a:pt x="289" y="305"/>
                    <a:pt x="331" y="302"/>
                    <a:pt x="353" y="288"/>
                  </a:cubicBezTo>
                  <a:cubicBezTo>
                    <a:pt x="312" y="272"/>
                    <a:pt x="267" y="235"/>
                    <a:pt x="246" y="207"/>
                  </a:cubicBezTo>
                  <a:cubicBezTo>
                    <a:pt x="281" y="203"/>
                    <a:pt x="299" y="203"/>
                    <a:pt x="326" y="184"/>
                  </a:cubicBezTo>
                  <a:cubicBezTo>
                    <a:pt x="288" y="176"/>
                    <a:pt x="248" y="141"/>
                    <a:pt x="233" y="120"/>
                  </a:cubicBezTo>
                  <a:cubicBezTo>
                    <a:pt x="253" y="114"/>
                    <a:pt x="254" y="113"/>
                    <a:pt x="271" y="104"/>
                  </a:cubicBezTo>
                  <a:cubicBezTo>
                    <a:pt x="226" y="78"/>
                    <a:pt x="195" y="34"/>
                    <a:pt x="186" y="0"/>
                  </a:cubicBezTo>
                  <a:cubicBezTo>
                    <a:pt x="168" y="54"/>
                    <a:pt x="140" y="84"/>
                    <a:pt x="89" y="103"/>
                  </a:cubicBezTo>
                  <a:cubicBezTo>
                    <a:pt x="105" y="113"/>
                    <a:pt x="119" y="118"/>
                    <a:pt x="136" y="121"/>
                  </a:cubicBezTo>
                  <a:cubicBezTo>
                    <a:pt x="122" y="142"/>
                    <a:pt x="82" y="176"/>
                    <a:pt x="44" y="184"/>
                  </a:cubicBezTo>
                  <a:cubicBezTo>
                    <a:pt x="71" y="203"/>
                    <a:pt x="89" y="203"/>
                    <a:pt x="124" y="207"/>
                  </a:cubicBezTo>
                  <a:cubicBezTo>
                    <a:pt x="103" y="235"/>
                    <a:pt x="58" y="272"/>
                    <a:pt x="17" y="288"/>
                  </a:cubicBezTo>
                  <a:cubicBezTo>
                    <a:pt x="39" y="302"/>
                    <a:pt x="81" y="305"/>
                    <a:pt x="110" y="304"/>
                  </a:cubicBezTo>
                  <a:cubicBezTo>
                    <a:pt x="95" y="333"/>
                    <a:pt x="31" y="383"/>
                    <a:pt x="0" y="397"/>
                  </a:cubicBezTo>
                  <a:cubicBezTo>
                    <a:pt x="66" y="426"/>
                    <a:pt x="133" y="429"/>
                    <a:pt x="186" y="429"/>
                  </a:cubicBezTo>
                  <a:cubicBezTo>
                    <a:pt x="239" y="429"/>
                    <a:pt x="304" y="426"/>
                    <a:pt x="370" y="397"/>
                  </a:cubicBezTo>
                  <a:cubicBezTo>
                    <a:pt x="339" y="383"/>
                    <a:pt x="275" y="333"/>
                    <a:pt x="260" y="304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5195888" y="6202363"/>
              <a:ext cx="82550" cy="388938"/>
            </a:xfrm>
            <a:custGeom>
              <a:avLst/>
              <a:gdLst>
                <a:gd name="T0" fmla="*/ 46 w 46"/>
                <a:gd name="T1" fmla="*/ 205 h 215"/>
                <a:gd name="T2" fmla="*/ 23 w 46"/>
                <a:gd name="T3" fmla="*/ 215 h 215"/>
                <a:gd name="T4" fmla="*/ 23 w 46"/>
                <a:gd name="T5" fmla="*/ 215 h 215"/>
                <a:gd name="T6" fmla="*/ 0 w 46"/>
                <a:gd name="T7" fmla="*/ 205 h 215"/>
                <a:gd name="T8" fmla="*/ 0 w 46"/>
                <a:gd name="T9" fmla="*/ 9 h 215"/>
                <a:gd name="T10" fmla="*/ 23 w 46"/>
                <a:gd name="T11" fmla="*/ 0 h 215"/>
                <a:gd name="T12" fmla="*/ 23 w 46"/>
                <a:gd name="T13" fmla="*/ 0 h 215"/>
                <a:gd name="T14" fmla="*/ 46 w 46"/>
                <a:gd name="T15" fmla="*/ 9 h 215"/>
                <a:gd name="T16" fmla="*/ 46 w 46"/>
                <a:gd name="T17" fmla="*/ 205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215">
                  <a:moveTo>
                    <a:pt x="46" y="205"/>
                  </a:moveTo>
                  <a:cubicBezTo>
                    <a:pt x="46" y="211"/>
                    <a:pt x="36" y="215"/>
                    <a:pt x="23" y="215"/>
                  </a:cubicBezTo>
                  <a:cubicBezTo>
                    <a:pt x="23" y="215"/>
                    <a:pt x="23" y="215"/>
                    <a:pt x="23" y="215"/>
                  </a:cubicBezTo>
                  <a:cubicBezTo>
                    <a:pt x="10" y="215"/>
                    <a:pt x="0" y="211"/>
                    <a:pt x="0" y="20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6" y="0"/>
                    <a:pt x="46" y="4"/>
                    <a:pt x="46" y="9"/>
                  </a:cubicBezTo>
                  <a:lnTo>
                    <a:pt x="46" y="205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4851401" y="5502275"/>
              <a:ext cx="771525" cy="895350"/>
            </a:xfrm>
            <a:custGeom>
              <a:avLst/>
              <a:gdLst>
                <a:gd name="T0" fmla="*/ 301 w 428"/>
                <a:gd name="T1" fmla="*/ 351 h 495"/>
                <a:gd name="T2" fmla="*/ 408 w 428"/>
                <a:gd name="T3" fmla="*/ 332 h 495"/>
                <a:gd name="T4" fmla="*/ 284 w 428"/>
                <a:gd name="T5" fmla="*/ 239 h 495"/>
                <a:gd name="T6" fmla="*/ 377 w 428"/>
                <a:gd name="T7" fmla="*/ 212 h 495"/>
                <a:gd name="T8" fmla="*/ 269 w 428"/>
                <a:gd name="T9" fmla="*/ 139 h 495"/>
                <a:gd name="T10" fmla="*/ 314 w 428"/>
                <a:gd name="T11" fmla="*/ 120 h 495"/>
                <a:gd name="T12" fmla="*/ 216 w 428"/>
                <a:gd name="T13" fmla="*/ 0 h 495"/>
                <a:gd name="T14" fmla="*/ 103 w 428"/>
                <a:gd name="T15" fmla="*/ 119 h 495"/>
                <a:gd name="T16" fmla="*/ 158 w 428"/>
                <a:gd name="T17" fmla="*/ 140 h 495"/>
                <a:gd name="T18" fmla="*/ 51 w 428"/>
                <a:gd name="T19" fmla="*/ 212 h 495"/>
                <a:gd name="T20" fmla="*/ 144 w 428"/>
                <a:gd name="T21" fmla="*/ 239 h 495"/>
                <a:gd name="T22" fmla="*/ 20 w 428"/>
                <a:gd name="T23" fmla="*/ 332 h 495"/>
                <a:gd name="T24" fmla="*/ 127 w 428"/>
                <a:gd name="T25" fmla="*/ 351 h 495"/>
                <a:gd name="T26" fmla="*/ 0 w 428"/>
                <a:gd name="T27" fmla="*/ 458 h 495"/>
                <a:gd name="T28" fmla="*/ 215 w 428"/>
                <a:gd name="T29" fmla="*/ 495 h 495"/>
                <a:gd name="T30" fmla="*/ 428 w 428"/>
                <a:gd name="T31" fmla="*/ 458 h 495"/>
                <a:gd name="T32" fmla="*/ 301 w 428"/>
                <a:gd name="T33" fmla="*/ 351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8" h="495">
                  <a:moveTo>
                    <a:pt x="301" y="351"/>
                  </a:moveTo>
                  <a:cubicBezTo>
                    <a:pt x="334" y="352"/>
                    <a:pt x="383" y="348"/>
                    <a:pt x="408" y="332"/>
                  </a:cubicBezTo>
                  <a:cubicBezTo>
                    <a:pt x="360" y="314"/>
                    <a:pt x="309" y="271"/>
                    <a:pt x="284" y="239"/>
                  </a:cubicBezTo>
                  <a:cubicBezTo>
                    <a:pt x="325" y="234"/>
                    <a:pt x="345" y="234"/>
                    <a:pt x="377" y="212"/>
                  </a:cubicBezTo>
                  <a:cubicBezTo>
                    <a:pt x="333" y="203"/>
                    <a:pt x="286" y="162"/>
                    <a:pt x="269" y="139"/>
                  </a:cubicBezTo>
                  <a:cubicBezTo>
                    <a:pt x="292" y="132"/>
                    <a:pt x="293" y="131"/>
                    <a:pt x="314" y="120"/>
                  </a:cubicBezTo>
                  <a:cubicBezTo>
                    <a:pt x="261" y="90"/>
                    <a:pt x="225" y="39"/>
                    <a:pt x="216" y="0"/>
                  </a:cubicBezTo>
                  <a:cubicBezTo>
                    <a:pt x="194" y="62"/>
                    <a:pt x="162" y="97"/>
                    <a:pt x="103" y="119"/>
                  </a:cubicBezTo>
                  <a:cubicBezTo>
                    <a:pt x="122" y="131"/>
                    <a:pt x="138" y="136"/>
                    <a:pt x="158" y="140"/>
                  </a:cubicBezTo>
                  <a:cubicBezTo>
                    <a:pt x="141" y="164"/>
                    <a:pt x="95" y="203"/>
                    <a:pt x="51" y="212"/>
                  </a:cubicBezTo>
                  <a:cubicBezTo>
                    <a:pt x="83" y="234"/>
                    <a:pt x="103" y="234"/>
                    <a:pt x="144" y="239"/>
                  </a:cubicBezTo>
                  <a:cubicBezTo>
                    <a:pt x="119" y="271"/>
                    <a:pt x="68" y="314"/>
                    <a:pt x="20" y="332"/>
                  </a:cubicBezTo>
                  <a:cubicBezTo>
                    <a:pt x="45" y="348"/>
                    <a:pt x="94" y="352"/>
                    <a:pt x="127" y="351"/>
                  </a:cubicBezTo>
                  <a:cubicBezTo>
                    <a:pt x="110" y="385"/>
                    <a:pt x="36" y="442"/>
                    <a:pt x="0" y="458"/>
                  </a:cubicBezTo>
                  <a:cubicBezTo>
                    <a:pt x="76" y="491"/>
                    <a:pt x="153" y="495"/>
                    <a:pt x="215" y="495"/>
                  </a:cubicBezTo>
                  <a:cubicBezTo>
                    <a:pt x="276" y="495"/>
                    <a:pt x="352" y="491"/>
                    <a:pt x="428" y="458"/>
                  </a:cubicBezTo>
                  <a:cubicBezTo>
                    <a:pt x="392" y="442"/>
                    <a:pt x="318" y="385"/>
                    <a:pt x="301" y="351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9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034088" y="6297613"/>
              <a:ext cx="65088" cy="303213"/>
            </a:xfrm>
            <a:custGeom>
              <a:avLst/>
              <a:gdLst>
                <a:gd name="T0" fmla="*/ 36 w 36"/>
                <a:gd name="T1" fmla="*/ 159 h 167"/>
                <a:gd name="T2" fmla="*/ 18 w 36"/>
                <a:gd name="T3" fmla="*/ 167 h 167"/>
                <a:gd name="T4" fmla="*/ 18 w 36"/>
                <a:gd name="T5" fmla="*/ 167 h 167"/>
                <a:gd name="T6" fmla="*/ 0 w 36"/>
                <a:gd name="T7" fmla="*/ 159 h 167"/>
                <a:gd name="T8" fmla="*/ 0 w 36"/>
                <a:gd name="T9" fmla="*/ 7 h 167"/>
                <a:gd name="T10" fmla="*/ 18 w 36"/>
                <a:gd name="T11" fmla="*/ 0 h 167"/>
                <a:gd name="T12" fmla="*/ 18 w 36"/>
                <a:gd name="T13" fmla="*/ 0 h 167"/>
                <a:gd name="T14" fmla="*/ 36 w 36"/>
                <a:gd name="T15" fmla="*/ 7 h 167"/>
                <a:gd name="T16" fmla="*/ 36 w 36"/>
                <a:gd name="T17" fmla="*/ 159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167">
                  <a:moveTo>
                    <a:pt x="36" y="159"/>
                  </a:moveTo>
                  <a:cubicBezTo>
                    <a:pt x="36" y="163"/>
                    <a:pt x="28" y="167"/>
                    <a:pt x="18" y="167"/>
                  </a:cubicBezTo>
                  <a:cubicBezTo>
                    <a:pt x="18" y="167"/>
                    <a:pt x="18" y="167"/>
                    <a:pt x="18" y="167"/>
                  </a:cubicBezTo>
                  <a:cubicBezTo>
                    <a:pt x="8" y="167"/>
                    <a:pt x="0" y="163"/>
                    <a:pt x="0" y="15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8" y="0"/>
                    <a:pt x="36" y="3"/>
                    <a:pt x="36" y="7"/>
                  </a:cubicBezTo>
                  <a:lnTo>
                    <a:pt x="36" y="159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5767388" y="5756275"/>
              <a:ext cx="598488" cy="693738"/>
            </a:xfrm>
            <a:custGeom>
              <a:avLst/>
              <a:gdLst>
                <a:gd name="T0" fmla="*/ 233 w 332"/>
                <a:gd name="T1" fmla="*/ 271 h 383"/>
                <a:gd name="T2" fmla="*/ 316 w 332"/>
                <a:gd name="T3" fmla="*/ 257 h 383"/>
                <a:gd name="T4" fmla="*/ 220 w 332"/>
                <a:gd name="T5" fmla="*/ 185 h 383"/>
                <a:gd name="T6" fmla="*/ 292 w 332"/>
                <a:gd name="T7" fmla="*/ 164 h 383"/>
                <a:gd name="T8" fmla="*/ 209 w 332"/>
                <a:gd name="T9" fmla="*/ 107 h 383"/>
                <a:gd name="T10" fmla="*/ 243 w 332"/>
                <a:gd name="T11" fmla="*/ 92 h 383"/>
                <a:gd name="T12" fmla="*/ 167 w 332"/>
                <a:gd name="T13" fmla="*/ 0 h 383"/>
                <a:gd name="T14" fmla="*/ 80 w 332"/>
                <a:gd name="T15" fmla="*/ 91 h 383"/>
                <a:gd name="T16" fmla="*/ 122 w 332"/>
                <a:gd name="T17" fmla="*/ 108 h 383"/>
                <a:gd name="T18" fmla="*/ 40 w 332"/>
                <a:gd name="T19" fmla="*/ 164 h 383"/>
                <a:gd name="T20" fmla="*/ 112 w 332"/>
                <a:gd name="T21" fmla="*/ 185 h 383"/>
                <a:gd name="T22" fmla="*/ 16 w 332"/>
                <a:gd name="T23" fmla="*/ 257 h 383"/>
                <a:gd name="T24" fmla="*/ 99 w 332"/>
                <a:gd name="T25" fmla="*/ 271 h 383"/>
                <a:gd name="T26" fmla="*/ 0 w 332"/>
                <a:gd name="T27" fmla="*/ 354 h 383"/>
                <a:gd name="T28" fmla="*/ 166 w 332"/>
                <a:gd name="T29" fmla="*/ 383 h 383"/>
                <a:gd name="T30" fmla="*/ 332 w 332"/>
                <a:gd name="T31" fmla="*/ 354 h 383"/>
                <a:gd name="T32" fmla="*/ 233 w 332"/>
                <a:gd name="T33" fmla="*/ 271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2" h="383">
                  <a:moveTo>
                    <a:pt x="233" y="271"/>
                  </a:moveTo>
                  <a:cubicBezTo>
                    <a:pt x="258" y="272"/>
                    <a:pt x="297" y="269"/>
                    <a:pt x="316" y="257"/>
                  </a:cubicBezTo>
                  <a:cubicBezTo>
                    <a:pt x="279" y="242"/>
                    <a:pt x="239" y="210"/>
                    <a:pt x="220" y="185"/>
                  </a:cubicBezTo>
                  <a:cubicBezTo>
                    <a:pt x="252" y="181"/>
                    <a:pt x="267" y="181"/>
                    <a:pt x="292" y="164"/>
                  </a:cubicBezTo>
                  <a:cubicBezTo>
                    <a:pt x="258" y="157"/>
                    <a:pt x="222" y="125"/>
                    <a:pt x="209" y="107"/>
                  </a:cubicBezTo>
                  <a:cubicBezTo>
                    <a:pt x="226" y="102"/>
                    <a:pt x="227" y="101"/>
                    <a:pt x="243" y="92"/>
                  </a:cubicBezTo>
                  <a:cubicBezTo>
                    <a:pt x="202" y="70"/>
                    <a:pt x="175" y="30"/>
                    <a:pt x="167" y="0"/>
                  </a:cubicBezTo>
                  <a:cubicBezTo>
                    <a:pt x="151" y="48"/>
                    <a:pt x="126" y="75"/>
                    <a:pt x="80" y="91"/>
                  </a:cubicBezTo>
                  <a:cubicBezTo>
                    <a:pt x="94" y="101"/>
                    <a:pt x="107" y="105"/>
                    <a:pt x="122" y="108"/>
                  </a:cubicBezTo>
                  <a:cubicBezTo>
                    <a:pt x="109" y="126"/>
                    <a:pt x="74" y="157"/>
                    <a:pt x="40" y="164"/>
                  </a:cubicBezTo>
                  <a:cubicBezTo>
                    <a:pt x="64" y="181"/>
                    <a:pt x="80" y="181"/>
                    <a:pt x="112" y="185"/>
                  </a:cubicBezTo>
                  <a:cubicBezTo>
                    <a:pt x="92" y="210"/>
                    <a:pt x="53" y="242"/>
                    <a:pt x="16" y="257"/>
                  </a:cubicBezTo>
                  <a:cubicBezTo>
                    <a:pt x="35" y="269"/>
                    <a:pt x="73" y="272"/>
                    <a:pt x="99" y="271"/>
                  </a:cubicBezTo>
                  <a:cubicBezTo>
                    <a:pt x="85" y="297"/>
                    <a:pt x="28" y="342"/>
                    <a:pt x="0" y="354"/>
                  </a:cubicBezTo>
                  <a:cubicBezTo>
                    <a:pt x="59" y="380"/>
                    <a:pt x="119" y="383"/>
                    <a:pt x="166" y="383"/>
                  </a:cubicBezTo>
                  <a:cubicBezTo>
                    <a:pt x="214" y="383"/>
                    <a:pt x="273" y="380"/>
                    <a:pt x="332" y="354"/>
                  </a:cubicBezTo>
                  <a:cubicBezTo>
                    <a:pt x="304" y="342"/>
                    <a:pt x="246" y="297"/>
                    <a:pt x="233" y="271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1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351588" y="6188075"/>
              <a:ext cx="85725" cy="392113"/>
            </a:xfrm>
            <a:custGeom>
              <a:avLst/>
              <a:gdLst>
                <a:gd name="T0" fmla="*/ 47 w 47"/>
                <a:gd name="T1" fmla="*/ 208 h 217"/>
                <a:gd name="T2" fmla="*/ 23 w 47"/>
                <a:gd name="T3" fmla="*/ 217 h 217"/>
                <a:gd name="T4" fmla="*/ 23 w 47"/>
                <a:gd name="T5" fmla="*/ 217 h 217"/>
                <a:gd name="T6" fmla="*/ 0 w 47"/>
                <a:gd name="T7" fmla="*/ 208 h 217"/>
                <a:gd name="T8" fmla="*/ 0 w 47"/>
                <a:gd name="T9" fmla="*/ 9 h 217"/>
                <a:gd name="T10" fmla="*/ 23 w 47"/>
                <a:gd name="T11" fmla="*/ 0 h 217"/>
                <a:gd name="T12" fmla="*/ 23 w 47"/>
                <a:gd name="T13" fmla="*/ 0 h 217"/>
                <a:gd name="T14" fmla="*/ 47 w 47"/>
                <a:gd name="T15" fmla="*/ 9 h 217"/>
                <a:gd name="T16" fmla="*/ 47 w 47"/>
                <a:gd name="T17" fmla="*/ 208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217">
                  <a:moveTo>
                    <a:pt x="47" y="208"/>
                  </a:moveTo>
                  <a:cubicBezTo>
                    <a:pt x="47" y="213"/>
                    <a:pt x="36" y="217"/>
                    <a:pt x="23" y="217"/>
                  </a:cubicBezTo>
                  <a:cubicBezTo>
                    <a:pt x="23" y="217"/>
                    <a:pt x="23" y="217"/>
                    <a:pt x="23" y="217"/>
                  </a:cubicBezTo>
                  <a:cubicBezTo>
                    <a:pt x="10" y="217"/>
                    <a:pt x="0" y="213"/>
                    <a:pt x="0" y="20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6" y="0"/>
                    <a:pt x="47" y="4"/>
                    <a:pt x="47" y="9"/>
                  </a:cubicBezTo>
                  <a:lnTo>
                    <a:pt x="47" y="208"/>
                  </a:ln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2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003926" y="5481638"/>
              <a:ext cx="779463" cy="904875"/>
            </a:xfrm>
            <a:custGeom>
              <a:avLst/>
              <a:gdLst>
                <a:gd name="T0" fmla="*/ 304 w 432"/>
                <a:gd name="T1" fmla="*/ 354 h 500"/>
                <a:gd name="T2" fmla="*/ 412 w 432"/>
                <a:gd name="T3" fmla="*/ 335 h 500"/>
                <a:gd name="T4" fmla="*/ 287 w 432"/>
                <a:gd name="T5" fmla="*/ 241 h 500"/>
                <a:gd name="T6" fmla="*/ 381 w 432"/>
                <a:gd name="T7" fmla="*/ 213 h 500"/>
                <a:gd name="T8" fmla="*/ 272 w 432"/>
                <a:gd name="T9" fmla="*/ 139 h 500"/>
                <a:gd name="T10" fmla="*/ 317 w 432"/>
                <a:gd name="T11" fmla="*/ 120 h 500"/>
                <a:gd name="T12" fmla="*/ 218 w 432"/>
                <a:gd name="T13" fmla="*/ 0 h 500"/>
                <a:gd name="T14" fmla="*/ 104 w 432"/>
                <a:gd name="T15" fmla="*/ 119 h 500"/>
                <a:gd name="T16" fmla="*/ 159 w 432"/>
                <a:gd name="T17" fmla="*/ 141 h 500"/>
                <a:gd name="T18" fmla="*/ 51 w 432"/>
                <a:gd name="T19" fmla="*/ 213 h 500"/>
                <a:gd name="T20" fmla="*/ 145 w 432"/>
                <a:gd name="T21" fmla="*/ 241 h 500"/>
                <a:gd name="T22" fmla="*/ 20 w 432"/>
                <a:gd name="T23" fmla="*/ 335 h 500"/>
                <a:gd name="T24" fmla="*/ 128 w 432"/>
                <a:gd name="T25" fmla="*/ 354 h 500"/>
                <a:gd name="T26" fmla="*/ 0 w 432"/>
                <a:gd name="T27" fmla="*/ 461 h 500"/>
                <a:gd name="T28" fmla="*/ 217 w 432"/>
                <a:gd name="T29" fmla="*/ 500 h 500"/>
                <a:gd name="T30" fmla="*/ 432 w 432"/>
                <a:gd name="T31" fmla="*/ 461 h 500"/>
                <a:gd name="T32" fmla="*/ 304 w 432"/>
                <a:gd name="T33" fmla="*/ 354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2" h="500">
                  <a:moveTo>
                    <a:pt x="304" y="354"/>
                  </a:moveTo>
                  <a:cubicBezTo>
                    <a:pt x="337" y="355"/>
                    <a:pt x="387" y="351"/>
                    <a:pt x="412" y="335"/>
                  </a:cubicBezTo>
                  <a:cubicBezTo>
                    <a:pt x="364" y="316"/>
                    <a:pt x="312" y="273"/>
                    <a:pt x="287" y="241"/>
                  </a:cubicBezTo>
                  <a:cubicBezTo>
                    <a:pt x="328" y="236"/>
                    <a:pt x="348" y="236"/>
                    <a:pt x="381" y="213"/>
                  </a:cubicBezTo>
                  <a:cubicBezTo>
                    <a:pt x="336" y="205"/>
                    <a:pt x="289" y="163"/>
                    <a:pt x="272" y="139"/>
                  </a:cubicBezTo>
                  <a:cubicBezTo>
                    <a:pt x="295" y="133"/>
                    <a:pt x="296" y="131"/>
                    <a:pt x="317" y="120"/>
                  </a:cubicBezTo>
                  <a:cubicBezTo>
                    <a:pt x="264" y="91"/>
                    <a:pt x="228" y="39"/>
                    <a:pt x="218" y="0"/>
                  </a:cubicBezTo>
                  <a:cubicBezTo>
                    <a:pt x="196" y="62"/>
                    <a:pt x="163" y="97"/>
                    <a:pt x="104" y="119"/>
                  </a:cubicBezTo>
                  <a:cubicBezTo>
                    <a:pt x="123" y="131"/>
                    <a:pt x="139" y="137"/>
                    <a:pt x="159" y="141"/>
                  </a:cubicBezTo>
                  <a:cubicBezTo>
                    <a:pt x="142" y="165"/>
                    <a:pt x="96" y="205"/>
                    <a:pt x="51" y="213"/>
                  </a:cubicBezTo>
                  <a:cubicBezTo>
                    <a:pt x="84" y="236"/>
                    <a:pt x="104" y="236"/>
                    <a:pt x="145" y="241"/>
                  </a:cubicBezTo>
                  <a:cubicBezTo>
                    <a:pt x="120" y="273"/>
                    <a:pt x="68" y="316"/>
                    <a:pt x="20" y="335"/>
                  </a:cubicBezTo>
                  <a:cubicBezTo>
                    <a:pt x="46" y="351"/>
                    <a:pt x="95" y="355"/>
                    <a:pt x="128" y="354"/>
                  </a:cubicBezTo>
                  <a:cubicBezTo>
                    <a:pt x="111" y="388"/>
                    <a:pt x="36" y="446"/>
                    <a:pt x="0" y="461"/>
                  </a:cubicBezTo>
                  <a:cubicBezTo>
                    <a:pt x="77" y="496"/>
                    <a:pt x="155" y="500"/>
                    <a:pt x="217" y="500"/>
                  </a:cubicBezTo>
                  <a:cubicBezTo>
                    <a:pt x="279" y="500"/>
                    <a:pt x="355" y="496"/>
                    <a:pt x="432" y="461"/>
                  </a:cubicBezTo>
                  <a:cubicBezTo>
                    <a:pt x="396" y="446"/>
                    <a:pt x="321" y="388"/>
                    <a:pt x="304" y="354"/>
                  </a:cubicBez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075488" y="6249988"/>
              <a:ext cx="71438" cy="336550"/>
            </a:xfrm>
            <a:custGeom>
              <a:avLst/>
              <a:gdLst>
                <a:gd name="T0" fmla="*/ 40 w 40"/>
                <a:gd name="T1" fmla="*/ 178 h 186"/>
                <a:gd name="T2" fmla="*/ 20 w 40"/>
                <a:gd name="T3" fmla="*/ 186 h 186"/>
                <a:gd name="T4" fmla="*/ 20 w 40"/>
                <a:gd name="T5" fmla="*/ 186 h 186"/>
                <a:gd name="T6" fmla="*/ 0 w 40"/>
                <a:gd name="T7" fmla="*/ 178 h 186"/>
                <a:gd name="T8" fmla="*/ 0 w 40"/>
                <a:gd name="T9" fmla="*/ 8 h 186"/>
                <a:gd name="T10" fmla="*/ 20 w 40"/>
                <a:gd name="T11" fmla="*/ 0 h 186"/>
                <a:gd name="T12" fmla="*/ 20 w 40"/>
                <a:gd name="T13" fmla="*/ 0 h 186"/>
                <a:gd name="T14" fmla="*/ 40 w 40"/>
                <a:gd name="T15" fmla="*/ 8 h 186"/>
                <a:gd name="T16" fmla="*/ 40 w 40"/>
                <a:gd name="T17" fmla="*/ 178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186">
                  <a:moveTo>
                    <a:pt x="40" y="178"/>
                  </a:moveTo>
                  <a:cubicBezTo>
                    <a:pt x="40" y="183"/>
                    <a:pt x="31" y="186"/>
                    <a:pt x="20" y="186"/>
                  </a:cubicBezTo>
                  <a:cubicBezTo>
                    <a:pt x="20" y="186"/>
                    <a:pt x="20" y="186"/>
                    <a:pt x="20" y="186"/>
                  </a:cubicBezTo>
                  <a:cubicBezTo>
                    <a:pt x="9" y="186"/>
                    <a:pt x="0" y="183"/>
                    <a:pt x="0" y="17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9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1" y="0"/>
                    <a:pt x="40" y="3"/>
                    <a:pt x="40" y="8"/>
                  </a:cubicBezTo>
                  <a:lnTo>
                    <a:pt x="40" y="178"/>
                  </a:lnTo>
                  <a:close/>
                </a:path>
              </a:pathLst>
            </a:custGeom>
            <a:solidFill>
              <a:srgbClr val="4F8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777038" y="5645150"/>
              <a:ext cx="666750" cy="774700"/>
            </a:xfrm>
            <a:custGeom>
              <a:avLst/>
              <a:gdLst>
                <a:gd name="T0" fmla="*/ 260 w 370"/>
                <a:gd name="T1" fmla="*/ 303 h 428"/>
                <a:gd name="T2" fmla="*/ 352 w 370"/>
                <a:gd name="T3" fmla="*/ 287 h 428"/>
                <a:gd name="T4" fmla="*/ 245 w 370"/>
                <a:gd name="T5" fmla="*/ 206 h 428"/>
                <a:gd name="T6" fmla="*/ 326 w 370"/>
                <a:gd name="T7" fmla="*/ 183 h 428"/>
                <a:gd name="T8" fmla="*/ 233 w 370"/>
                <a:gd name="T9" fmla="*/ 119 h 428"/>
                <a:gd name="T10" fmla="*/ 271 w 370"/>
                <a:gd name="T11" fmla="*/ 103 h 428"/>
                <a:gd name="T12" fmla="*/ 186 w 370"/>
                <a:gd name="T13" fmla="*/ 0 h 428"/>
                <a:gd name="T14" fmla="*/ 89 w 370"/>
                <a:gd name="T15" fmla="*/ 102 h 428"/>
                <a:gd name="T16" fmla="*/ 136 w 370"/>
                <a:gd name="T17" fmla="*/ 120 h 428"/>
                <a:gd name="T18" fmla="*/ 44 w 370"/>
                <a:gd name="T19" fmla="*/ 183 h 428"/>
                <a:gd name="T20" fmla="*/ 124 w 370"/>
                <a:gd name="T21" fmla="*/ 206 h 428"/>
                <a:gd name="T22" fmla="*/ 17 w 370"/>
                <a:gd name="T23" fmla="*/ 287 h 428"/>
                <a:gd name="T24" fmla="*/ 109 w 370"/>
                <a:gd name="T25" fmla="*/ 303 h 428"/>
                <a:gd name="T26" fmla="*/ 0 w 370"/>
                <a:gd name="T27" fmla="*/ 395 h 428"/>
                <a:gd name="T28" fmla="*/ 185 w 370"/>
                <a:gd name="T29" fmla="*/ 428 h 428"/>
                <a:gd name="T30" fmla="*/ 370 w 370"/>
                <a:gd name="T31" fmla="*/ 395 h 428"/>
                <a:gd name="T32" fmla="*/ 260 w 370"/>
                <a:gd name="T33" fmla="*/ 303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0" h="428">
                  <a:moveTo>
                    <a:pt x="260" y="303"/>
                  </a:moveTo>
                  <a:cubicBezTo>
                    <a:pt x="288" y="304"/>
                    <a:pt x="331" y="301"/>
                    <a:pt x="352" y="287"/>
                  </a:cubicBezTo>
                  <a:cubicBezTo>
                    <a:pt x="311" y="271"/>
                    <a:pt x="267" y="234"/>
                    <a:pt x="245" y="206"/>
                  </a:cubicBezTo>
                  <a:cubicBezTo>
                    <a:pt x="281" y="202"/>
                    <a:pt x="298" y="202"/>
                    <a:pt x="326" y="183"/>
                  </a:cubicBezTo>
                  <a:cubicBezTo>
                    <a:pt x="288" y="175"/>
                    <a:pt x="247" y="140"/>
                    <a:pt x="233" y="119"/>
                  </a:cubicBezTo>
                  <a:cubicBezTo>
                    <a:pt x="252" y="113"/>
                    <a:pt x="253" y="112"/>
                    <a:pt x="271" y="103"/>
                  </a:cubicBezTo>
                  <a:cubicBezTo>
                    <a:pt x="226" y="77"/>
                    <a:pt x="195" y="33"/>
                    <a:pt x="186" y="0"/>
                  </a:cubicBezTo>
                  <a:cubicBezTo>
                    <a:pt x="168" y="53"/>
                    <a:pt x="140" y="83"/>
                    <a:pt x="89" y="102"/>
                  </a:cubicBezTo>
                  <a:cubicBezTo>
                    <a:pt x="105" y="112"/>
                    <a:pt x="119" y="117"/>
                    <a:pt x="136" y="120"/>
                  </a:cubicBezTo>
                  <a:cubicBezTo>
                    <a:pt x="122" y="141"/>
                    <a:pt x="82" y="175"/>
                    <a:pt x="44" y="183"/>
                  </a:cubicBezTo>
                  <a:cubicBezTo>
                    <a:pt x="71" y="202"/>
                    <a:pt x="89" y="202"/>
                    <a:pt x="124" y="206"/>
                  </a:cubicBezTo>
                  <a:cubicBezTo>
                    <a:pt x="102" y="234"/>
                    <a:pt x="58" y="271"/>
                    <a:pt x="17" y="287"/>
                  </a:cubicBezTo>
                  <a:cubicBezTo>
                    <a:pt x="39" y="301"/>
                    <a:pt x="81" y="304"/>
                    <a:pt x="109" y="303"/>
                  </a:cubicBezTo>
                  <a:cubicBezTo>
                    <a:pt x="95" y="332"/>
                    <a:pt x="31" y="382"/>
                    <a:pt x="0" y="395"/>
                  </a:cubicBezTo>
                  <a:cubicBezTo>
                    <a:pt x="66" y="425"/>
                    <a:pt x="132" y="428"/>
                    <a:pt x="185" y="428"/>
                  </a:cubicBezTo>
                  <a:cubicBezTo>
                    <a:pt x="238" y="428"/>
                    <a:pt x="304" y="425"/>
                    <a:pt x="370" y="395"/>
                  </a:cubicBezTo>
                  <a:cubicBezTo>
                    <a:pt x="339" y="382"/>
                    <a:pt x="275" y="332"/>
                    <a:pt x="260" y="303"/>
                  </a:cubicBezTo>
                  <a:close/>
                </a:path>
              </a:pathLst>
            </a:custGeom>
            <a:solidFill>
              <a:srgbClr val="4F8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738938" y="6238875"/>
              <a:ext cx="77788" cy="360363"/>
            </a:xfrm>
            <a:custGeom>
              <a:avLst/>
              <a:gdLst>
                <a:gd name="T0" fmla="*/ 43 w 43"/>
                <a:gd name="T1" fmla="*/ 190 h 199"/>
                <a:gd name="T2" fmla="*/ 22 w 43"/>
                <a:gd name="T3" fmla="*/ 199 h 199"/>
                <a:gd name="T4" fmla="*/ 22 w 43"/>
                <a:gd name="T5" fmla="*/ 199 h 199"/>
                <a:gd name="T6" fmla="*/ 0 w 43"/>
                <a:gd name="T7" fmla="*/ 190 h 199"/>
                <a:gd name="T8" fmla="*/ 0 w 43"/>
                <a:gd name="T9" fmla="*/ 9 h 199"/>
                <a:gd name="T10" fmla="*/ 22 w 43"/>
                <a:gd name="T11" fmla="*/ 0 h 199"/>
                <a:gd name="T12" fmla="*/ 22 w 43"/>
                <a:gd name="T13" fmla="*/ 0 h 199"/>
                <a:gd name="T14" fmla="*/ 43 w 43"/>
                <a:gd name="T15" fmla="*/ 9 h 199"/>
                <a:gd name="T16" fmla="*/ 43 w 43"/>
                <a:gd name="T17" fmla="*/ 19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199">
                  <a:moveTo>
                    <a:pt x="43" y="190"/>
                  </a:moveTo>
                  <a:cubicBezTo>
                    <a:pt x="43" y="195"/>
                    <a:pt x="34" y="199"/>
                    <a:pt x="22" y="199"/>
                  </a:cubicBezTo>
                  <a:cubicBezTo>
                    <a:pt x="22" y="199"/>
                    <a:pt x="22" y="199"/>
                    <a:pt x="22" y="199"/>
                  </a:cubicBezTo>
                  <a:cubicBezTo>
                    <a:pt x="10" y="199"/>
                    <a:pt x="0" y="195"/>
                    <a:pt x="0" y="19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34" y="0"/>
                    <a:pt x="43" y="4"/>
                    <a:pt x="43" y="9"/>
                  </a:cubicBezTo>
                  <a:lnTo>
                    <a:pt x="43" y="190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421438" y="5592763"/>
              <a:ext cx="714375" cy="828675"/>
            </a:xfrm>
            <a:custGeom>
              <a:avLst/>
              <a:gdLst>
                <a:gd name="T0" fmla="*/ 278 w 396"/>
                <a:gd name="T1" fmla="*/ 324 h 458"/>
                <a:gd name="T2" fmla="*/ 377 w 396"/>
                <a:gd name="T3" fmla="*/ 307 h 458"/>
                <a:gd name="T4" fmla="*/ 263 w 396"/>
                <a:gd name="T5" fmla="*/ 221 h 458"/>
                <a:gd name="T6" fmla="*/ 349 w 396"/>
                <a:gd name="T7" fmla="*/ 196 h 458"/>
                <a:gd name="T8" fmla="*/ 249 w 396"/>
                <a:gd name="T9" fmla="*/ 128 h 458"/>
                <a:gd name="T10" fmla="*/ 290 w 396"/>
                <a:gd name="T11" fmla="*/ 111 h 458"/>
                <a:gd name="T12" fmla="*/ 199 w 396"/>
                <a:gd name="T13" fmla="*/ 0 h 458"/>
                <a:gd name="T14" fmla="*/ 95 w 396"/>
                <a:gd name="T15" fmla="*/ 109 h 458"/>
                <a:gd name="T16" fmla="*/ 146 w 396"/>
                <a:gd name="T17" fmla="*/ 129 h 458"/>
                <a:gd name="T18" fmla="*/ 47 w 396"/>
                <a:gd name="T19" fmla="*/ 196 h 458"/>
                <a:gd name="T20" fmla="*/ 133 w 396"/>
                <a:gd name="T21" fmla="*/ 221 h 458"/>
                <a:gd name="T22" fmla="*/ 19 w 396"/>
                <a:gd name="T23" fmla="*/ 307 h 458"/>
                <a:gd name="T24" fmla="*/ 118 w 396"/>
                <a:gd name="T25" fmla="*/ 324 h 458"/>
                <a:gd name="T26" fmla="*/ 0 w 396"/>
                <a:gd name="T27" fmla="*/ 423 h 458"/>
                <a:gd name="T28" fmla="*/ 199 w 396"/>
                <a:gd name="T29" fmla="*/ 458 h 458"/>
                <a:gd name="T30" fmla="*/ 396 w 396"/>
                <a:gd name="T31" fmla="*/ 423 h 458"/>
                <a:gd name="T32" fmla="*/ 278 w 396"/>
                <a:gd name="T33" fmla="*/ 324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6" h="458">
                  <a:moveTo>
                    <a:pt x="278" y="324"/>
                  </a:moveTo>
                  <a:cubicBezTo>
                    <a:pt x="308" y="325"/>
                    <a:pt x="354" y="322"/>
                    <a:pt x="377" y="307"/>
                  </a:cubicBezTo>
                  <a:cubicBezTo>
                    <a:pt x="333" y="290"/>
                    <a:pt x="286" y="251"/>
                    <a:pt x="263" y="221"/>
                  </a:cubicBezTo>
                  <a:cubicBezTo>
                    <a:pt x="300" y="216"/>
                    <a:pt x="319" y="216"/>
                    <a:pt x="349" y="196"/>
                  </a:cubicBezTo>
                  <a:cubicBezTo>
                    <a:pt x="308" y="188"/>
                    <a:pt x="265" y="150"/>
                    <a:pt x="249" y="128"/>
                  </a:cubicBezTo>
                  <a:cubicBezTo>
                    <a:pt x="270" y="122"/>
                    <a:pt x="271" y="121"/>
                    <a:pt x="290" y="111"/>
                  </a:cubicBezTo>
                  <a:cubicBezTo>
                    <a:pt x="241" y="83"/>
                    <a:pt x="208" y="36"/>
                    <a:pt x="199" y="0"/>
                  </a:cubicBezTo>
                  <a:cubicBezTo>
                    <a:pt x="180" y="57"/>
                    <a:pt x="150" y="90"/>
                    <a:pt x="95" y="109"/>
                  </a:cubicBezTo>
                  <a:cubicBezTo>
                    <a:pt x="112" y="121"/>
                    <a:pt x="127" y="126"/>
                    <a:pt x="146" y="129"/>
                  </a:cubicBezTo>
                  <a:cubicBezTo>
                    <a:pt x="130" y="151"/>
                    <a:pt x="88" y="188"/>
                    <a:pt x="47" y="196"/>
                  </a:cubicBezTo>
                  <a:cubicBezTo>
                    <a:pt x="77" y="216"/>
                    <a:pt x="96" y="216"/>
                    <a:pt x="133" y="221"/>
                  </a:cubicBezTo>
                  <a:cubicBezTo>
                    <a:pt x="110" y="251"/>
                    <a:pt x="63" y="290"/>
                    <a:pt x="19" y="307"/>
                  </a:cubicBezTo>
                  <a:cubicBezTo>
                    <a:pt x="42" y="322"/>
                    <a:pt x="87" y="325"/>
                    <a:pt x="118" y="324"/>
                  </a:cubicBezTo>
                  <a:cubicBezTo>
                    <a:pt x="102" y="355"/>
                    <a:pt x="33" y="409"/>
                    <a:pt x="0" y="423"/>
                  </a:cubicBezTo>
                  <a:cubicBezTo>
                    <a:pt x="71" y="454"/>
                    <a:pt x="142" y="458"/>
                    <a:pt x="199" y="458"/>
                  </a:cubicBezTo>
                  <a:cubicBezTo>
                    <a:pt x="255" y="458"/>
                    <a:pt x="325" y="454"/>
                    <a:pt x="396" y="423"/>
                  </a:cubicBezTo>
                  <a:cubicBezTo>
                    <a:pt x="363" y="409"/>
                    <a:pt x="294" y="355"/>
                    <a:pt x="278" y="324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810501" y="6232525"/>
              <a:ext cx="76200" cy="354013"/>
            </a:xfrm>
            <a:custGeom>
              <a:avLst/>
              <a:gdLst>
                <a:gd name="T0" fmla="*/ 42 w 42"/>
                <a:gd name="T1" fmla="*/ 187 h 195"/>
                <a:gd name="T2" fmla="*/ 21 w 42"/>
                <a:gd name="T3" fmla="*/ 195 h 195"/>
                <a:gd name="T4" fmla="*/ 21 w 42"/>
                <a:gd name="T5" fmla="*/ 195 h 195"/>
                <a:gd name="T6" fmla="*/ 0 w 42"/>
                <a:gd name="T7" fmla="*/ 187 h 195"/>
                <a:gd name="T8" fmla="*/ 0 w 42"/>
                <a:gd name="T9" fmla="*/ 9 h 195"/>
                <a:gd name="T10" fmla="*/ 21 w 42"/>
                <a:gd name="T11" fmla="*/ 0 h 195"/>
                <a:gd name="T12" fmla="*/ 21 w 42"/>
                <a:gd name="T13" fmla="*/ 0 h 195"/>
                <a:gd name="T14" fmla="*/ 42 w 42"/>
                <a:gd name="T15" fmla="*/ 9 h 195"/>
                <a:gd name="T16" fmla="*/ 42 w 42"/>
                <a:gd name="T17" fmla="*/ 187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195">
                  <a:moveTo>
                    <a:pt x="42" y="187"/>
                  </a:moveTo>
                  <a:cubicBezTo>
                    <a:pt x="42" y="191"/>
                    <a:pt x="33" y="195"/>
                    <a:pt x="21" y="195"/>
                  </a:cubicBezTo>
                  <a:cubicBezTo>
                    <a:pt x="21" y="195"/>
                    <a:pt x="21" y="195"/>
                    <a:pt x="21" y="195"/>
                  </a:cubicBezTo>
                  <a:cubicBezTo>
                    <a:pt x="10" y="195"/>
                    <a:pt x="0" y="191"/>
                    <a:pt x="0" y="18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33" y="0"/>
                    <a:pt x="42" y="4"/>
                    <a:pt x="42" y="9"/>
                  </a:cubicBezTo>
                  <a:lnTo>
                    <a:pt x="42" y="187"/>
                  </a:lnTo>
                  <a:close/>
                </a:path>
              </a:pathLst>
            </a:custGeom>
            <a:solidFill>
              <a:srgbClr val="4F8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508876" y="5624513"/>
              <a:ext cx="677863" cy="787400"/>
            </a:xfrm>
            <a:custGeom>
              <a:avLst/>
              <a:gdLst>
                <a:gd name="T0" fmla="*/ 265 w 376"/>
                <a:gd name="T1" fmla="*/ 308 h 435"/>
                <a:gd name="T2" fmla="*/ 358 w 376"/>
                <a:gd name="T3" fmla="*/ 292 h 435"/>
                <a:gd name="T4" fmla="*/ 250 w 376"/>
                <a:gd name="T5" fmla="*/ 210 h 435"/>
                <a:gd name="T6" fmla="*/ 332 w 376"/>
                <a:gd name="T7" fmla="*/ 186 h 435"/>
                <a:gd name="T8" fmla="*/ 237 w 376"/>
                <a:gd name="T9" fmla="*/ 122 h 435"/>
                <a:gd name="T10" fmla="*/ 276 w 376"/>
                <a:gd name="T11" fmla="*/ 105 h 435"/>
                <a:gd name="T12" fmla="*/ 190 w 376"/>
                <a:gd name="T13" fmla="*/ 0 h 435"/>
                <a:gd name="T14" fmla="*/ 91 w 376"/>
                <a:gd name="T15" fmla="*/ 104 h 435"/>
                <a:gd name="T16" fmla="*/ 139 w 376"/>
                <a:gd name="T17" fmla="*/ 123 h 435"/>
                <a:gd name="T18" fmla="*/ 45 w 376"/>
                <a:gd name="T19" fmla="*/ 186 h 435"/>
                <a:gd name="T20" fmla="*/ 127 w 376"/>
                <a:gd name="T21" fmla="*/ 210 h 435"/>
                <a:gd name="T22" fmla="*/ 18 w 376"/>
                <a:gd name="T23" fmla="*/ 292 h 435"/>
                <a:gd name="T24" fmla="*/ 112 w 376"/>
                <a:gd name="T25" fmla="*/ 308 h 435"/>
                <a:gd name="T26" fmla="*/ 0 w 376"/>
                <a:gd name="T27" fmla="*/ 402 h 435"/>
                <a:gd name="T28" fmla="*/ 189 w 376"/>
                <a:gd name="T29" fmla="*/ 435 h 435"/>
                <a:gd name="T30" fmla="*/ 376 w 376"/>
                <a:gd name="T31" fmla="*/ 402 h 435"/>
                <a:gd name="T32" fmla="*/ 265 w 376"/>
                <a:gd name="T33" fmla="*/ 308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6" h="435">
                  <a:moveTo>
                    <a:pt x="265" y="308"/>
                  </a:moveTo>
                  <a:cubicBezTo>
                    <a:pt x="293" y="309"/>
                    <a:pt x="337" y="306"/>
                    <a:pt x="358" y="292"/>
                  </a:cubicBezTo>
                  <a:cubicBezTo>
                    <a:pt x="317" y="275"/>
                    <a:pt x="272" y="238"/>
                    <a:pt x="250" y="210"/>
                  </a:cubicBezTo>
                  <a:cubicBezTo>
                    <a:pt x="285" y="205"/>
                    <a:pt x="303" y="205"/>
                    <a:pt x="332" y="186"/>
                  </a:cubicBezTo>
                  <a:cubicBezTo>
                    <a:pt x="293" y="179"/>
                    <a:pt x="252" y="142"/>
                    <a:pt x="237" y="122"/>
                  </a:cubicBezTo>
                  <a:cubicBezTo>
                    <a:pt x="257" y="116"/>
                    <a:pt x="258" y="115"/>
                    <a:pt x="276" y="105"/>
                  </a:cubicBezTo>
                  <a:cubicBezTo>
                    <a:pt x="230" y="79"/>
                    <a:pt x="198" y="34"/>
                    <a:pt x="190" y="0"/>
                  </a:cubicBezTo>
                  <a:cubicBezTo>
                    <a:pt x="171" y="54"/>
                    <a:pt x="142" y="85"/>
                    <a:pt x="91" y="104"/>
                  </a:cubicBezTo>
                  <a:cubicBezTo>
                    <a:pt x="107" y="115"/>
                    <a:pt x="121" y="119"/>
                    <a:pt x="139" y="123"/>
                  </a:cubicBezTo>
                  <a:cubicBezTo>
                    <a:pt x="124" y="144"/>
                    <a:pt x="84" y="179"/>
                    <a:pt x="45" y="186"/>
                  </a:cubicBezTo>
                  <a:cubicBezTo>
                    <a:pt x="73" y="205"/>
                    <a:pt x="91" y="205"/>
                    <a:pt x="127" y="210"/>
                  </a:cubicBezTo>
                  <a:cubicBezTo>
                    <a:pt x="105" y="238"/>
                    <a:pt x="60" y="275"/>
                    <a:pt x="18" y="292"/>
                  </a:cubicBezTo>
                  <a:cubicBezTo>
                    <a:pt x="40" y="306"/>
                    <a:pt x="83" y="309"/>
                    <a:pt x="112" y="308"/>
                  </a:cubicBezTo>
                  <a:cubicBezTo>
                    <a:pt x="97" y="338"/>
                    <a:pt x="32" y="388"/>
                    <a:pt x="0" y="402"/>
                  </a:cubicBezTo>
                  <a:cubicBezTo>
                    <a:pt x="67" y="431"/>
                    <a:pt x="135" y="435"/>
                    <a:pt x="189" y="435"/>
                  </a:cubicBezTo>
                  <a:cubicBezTo>
                    <a:pt x="243" y="435"/>
                    <a:pt x="309" y="431"/>
                    <a:pt x="376" y="402"/>
                  </a:cubicBezTo>
                  <a:cubicBezTo>
                    <a:pt x="345" y="388"/>
                    <a:pt x="279" y="338"/>
                    <a:pt x="265" y="308"/>
                  </a:cubicBezTo>
                  <a:close/>
                </a:path>
              </a:pathLst>
            </a:custGeom>
            <a:solidFill>
              <a:srgbClr val="4F8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412038" y="6188075"/>
              <a:ext cx="84138" cy="392113"/>
            </a:xfrm>
            <a:custGeom>
              <a:avLst/>
              <a:gdLst>
                <a:gd name="T0" fmla="*/ 47 w 47"/>
                <a:gd name="T1" fmla="*/ 208 h 217"/>
                <a:gd name="T2" fmla="*/ 23 w 47"/>
                <a:gd name="T3" fmla="*/ 217 h 217"/>
                <a:gd name="T4" fmla="*/ 23 w 47"/>
                <a:gd name="T5" fmla="*/ 217 h 217"/>
                <a:gd name="T6" fmla="*/ 0 w 47"/>
                <a:gd name="T7" fmla="*/ 208 h 217"/>
                <a:gd name="T8" fmla="*/ 0 w 47"/>
                <a:gd name="T9" fmla="*/ 9 h 217"/>
                <a:gd name="T10" fmla="*/ 23 w 47"/>
                <a:gd name="T11" fmla="*/ 0 h 217"/>
                <a:gd name="T12" fmla="*/ 23 w 47"/>
                <a:gd name="T13" fmla="*/ 0 h 217"/>
                <a:gd name="T14" fmla="*/ 47 w 47"/>
                <a:gd name="T15" fmla="*/ 9 h 217"/>
                <a:gd name="T16" fmla="*/ 47 w 47"/>
                <a:gd name="T17" fmla="*/ 208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217">
                  <a:moveTo>
                    <a:pt x="47" y="208"/>
                  </a:moveTo>
                  <a:cubicBezTo>
                    <a:pt x="47" y="213"/>
                    <a:pt x="36" y="217"/>
                    <a:pt x="23" y="217"/>
                  </a:cubicBezTo>
                  <a:cubicBezTo>
                    <a:pt x="23" y="217"/>
                    <a:pt x="23" y="217"/>
                    <a:pt x="23" y="217"/>
                  </a:cubicBezTo>
                  <a:cubicBezTo>
                    <a:pt x="10" y="217"/>
                    <a:pt x="0" y="213"/>
                    <a:pt x="0" y="20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6" y="0"/>
                    <a:pt x="47" y="4"/>
                    <a:pt x="47" y="9"/>
                  </a:cubicBezTo>
                  <a:lnTo>
                    <a:pt x="47" y="208"/>
                  </a:ln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064376" y="5481638"/>
              <a:ext cx="777875" cy="904875"/>
            </a:xfrm>
            <a:custGeom>
              <a:avLst/>
              <a:gdLst>
                <a:gd name="T0" fmla="*/ 304 w 432"/>
                <a:gd name="T1" fmla="*/ 354 h 500"/>
                <a:gd name="T2" fmla="*/ 412 w 432"/>
                <a:gd name="T3" fmla="*/ 335 h 500"/>
                <a:gd name="T4" fmla="*/ 287 w 432"/>
                <a:gd name="T5" fmla="*/ 241 h 500"/>
                <a:gd name="T6" fmla="*/ 381 w 432"/>
                <a:gd name="T7" fmla="*/ 213 h 500"/>
                <a:gd name="T8" fmla="*/ 272 w 432"/>
                <a:gd name="T9" fmla="*/ 139 h 500"/>
                <a:gd name="T10" fmla="*/ 317 w 432"/>
                <a:gd name="T11" fmla="*/ 120 h 500"/>
                <a:gd name="T12" fmla="*/ 218 w 432"/>
                <a:gd name="T13" fmla="*/ 0 h 500"/>
                <a:gd name="T14" fmla="*/ 104 w 432"/>
                <a:gd name="T15" fmla="*/ 119 h 500"/>
                <a:gd name="T16" fmla="*/ 159 w 432"/>
                <a:gd name="T17" fmla="*/ 141 h 500"/>
                <a:gd name="T18" fmla="*/ 51 w 432"/>
                <a:gd name="T19" fmla="*/ 213 h 500"/>
                <a:gd name="T20" fmla="*/ 145 w 432"/>
                <a:gd name="T21" fmla="*/ 241 h 500"/>
                <a:gd name="T22" fmla="*/ 21 w 432"/>
                <a:gd name="T23" fmla="*/ 335 h 500"/>
                <a:gd name="T24" fmla="*/ 128 w 432"/>
                <a:gd name="T25" fmla="*/ 354 h 500"/>
                <a:gd name="T26" fmla="*/ 0 w 432"/>
                <a:gd name="T27" fmla="*/ 461 h 500"/>
                <a:gd name="T28" fmla="*/ 217 w 432"/>
                <a:gd name="T29" fmla="*/ 500 h 500"/>
                <a:gd name="T30" fmla="*/ 432 w 432"/>
                <a:gd name="T31" fmla="*/ 461 h 500"/>
                <a:gd name="T32" fmla="*/ 304 w 432"/>
                <a:gd name="T33" fmla="*/ 354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2" h="500">
                  <a:moveTo>
                    <a:pt x="304" y="354"/>
                  </a:moveTo>
                  <a:cubicBezTo>
                    <a:pt x="337" y="355"/>
                    <a:pt x="387" y="351"/>
                    <a:pt x="412" y="335"/>
                  </a:cubicBezTo>
                  <a:cubicBezTo>
                    <a:pt x="364" y="316"/>
                    <a:pt x="312" y="273"/>
                    <a:pt x="287" y="241"/>
                  </a:cubicBezTo>
                  <a:cubicBezTo>
                    <a:pt x="328" y="236"/>
                    <a:pt x="348" y="236"/>
                    <a:pt x="381" y="213"/>
                  </a:cubicBezTo>
                  <a:cubicBezTo>
                    <a:pt x="337" y="205"/>
                    <a:pt x="289" y="163"/>
                    <a:pt x="272" y="139"/>
                  </a:cubicBezTo>
                  <a:cubicBezTo>
                    <a:pt x="295" y="133"/>
                    <a:pt x="296" y="131"/>
                    <a:pt x="317" y="120"/>
                  </a:cubicBezTo>
                  <a:cubicBezTo>
                    <a:pt x="264" y="91"/>
                    <a:pt x="228" y="39"/>
                    <a:pt x="218" y="0"/>
                  </a:cubicBezTo>
                  <a:cubicBezTo>
                    <a:pt x="196" y="62"/>
                    <a:pt x="163" y="97"/>
                    <a:pt x="104" y="119"/>
                  </a:cubicBezTo>
                  <a:cubicBezTo>
                    <a:pt x="123" y="131"/>
                    <a:pt x="139" y="137"/>
                    <a:pt x="159" y="141"/>
                  </a:cubicBezTo>
                  <a:cubicBezTo>
                    <a:pt x="142" y="165"/>
                    <a:pt x="96" y="205"/>
                    <a:pt x="51" y="213"/>
                  </a:cubicBezTo>
                  <a:cubicBezTo>
                    <a:pt x="84" y="236"/>
                    <a:pt x="104" y="236"/>
                    <a:pt x="145" y="241"/>
                  </a:cubicBezTo>
                  <a:cubicBezTo>
                    <a:pt x="120" y="273"/>
                    <a:pt x="68" y="316"/>
                    <a:pt x="21" y="335"/>
                  </a:cubicBezTo>
                  <a:cubicBezTo>
                    <a:pt x="46" y="351"/>
                    <a:pt x="95" y="355"/>
                    <a:pt x="128" y="354"/>
                  </a:cubicBezTo>
                  <a:cubicBezTo>
                    <a:pt x="111" y="388"/>
                    <a:pt x="36" y="446"/>
                    <a:pt x="0" y="461"/>
                  </a:cubicBezTo>
                  <a:cubicBezTo>
                    <a:pt x="77" y="496"/>
                    <a:pt x="155" y="500"/>
                    <a:pt x="217" y="500"/>
                  </a:cubicBezTo>
                  <a:cubicBezTo>
                    <a:pt x="279" y="500"/>
                    <a:pt x="355" y="496"/>
                    <a:pt x="432" y="461"/>
                  </a:cubicBezTo>
                  <a:cubicBezTo>
                    <a:pt x="396" y="446"/>
                    <a:pt x="321" y="388"/>
                    <a:pt x="304" y="354"/>
                  </a:cubicBez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470776" y="6321425"/>
              <a:ext cx="61913" cy="284163"/>
            </a:xfrm>
            <a:custGeom>
              <a:avLst/>
              <a:gdLst>
                <a:gd name="T0" fmla="*/ 34 w 34"/>
                <a:gd name="T1" fmla="*/ 150 h 157"/>
                <a:gd name="T2" fmla="*/ 17 w 34"/>
                <a:gd name="T3" fmla="*/ 157 h 157"/>
                <a:gd name="T4" fmla="*/ 17 w 34"/>
                <a:gd name="T5" fmla="*/ 157 h 157"/>
                <a:gd name="T6" fmla="*/ 0 w 34"/>
                <a:gd name="T7" fmla="*/ 150 h 157"/>
                <a:gd name="T8" fmla="*/ 0 w 34"/>
                <a:gd name="T9" fmla="*/ 7 h 157"/>
                <a:gd name="T10" fmla="*/ 17 w 34"/>
                <a:gd name="T11" fmla="*/ 0 h 157"/>
                <a:gd name="T12" fmla="*/ 17 w 34"/>
                <a:gd name="T13" fmla="*/ 0 h 157"/>
                <a:gd name="T14" fmla="*/ 34 w 34"/>
                <a:gd name="T15" fmla="*/ 7 h 157"/>
                <a:gd name="T16" fmla="*/ 34 w 34"/>
                <a:gd name="T17" fmla="*/ 15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157">
                  <a:moveTo>
                    <a:pt x="34" y="150"/>
                  </a:moveTo>
                  <a:cubicBezTo>
                    <a:pt x="34" y="154"/>
                    <a:pt x="27" y="157"/>
                    <a:pt x="17" y="157"/>
                  </a:cubicBezTo>
                  <a:cubicBezTo>
                    <a:pt x="17" y="157"/>
                    <a:pt x="17" y="157"/>
                    <a:pt x="17" y="157"/>
                  </a:cubicBezTo>
                  <a:cubicBezTo>
                    <a:pt x="8" y="157"/>
                    <a:pt x="0" y="154"/>
                    <a:pt x="0" y="15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8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7" y="0"/>
                    <a:pt x="34" y="3"/>
                    <a:pt x="34" y="7"/>
                  </a:cubicBezTo>
                  <a:lnTo>
                    <a:pt x="34" y="150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221538" y="5808663"/>
              <a:ext cx="563563" cy="655638"/>
            </a:xfrm>
            <a:custGeom>
              <a:avLst/>
              <a:gdLst>
                <a:gd name="T0" fmla="*/ 220 w 313"/>
                <a:gd name="T1" fmla="*/ 257 h 362"/>
                <a:gd name="T2" fmla="*/ 298 w 313"/>
                <a:gd name="T3" fmla="*/ 243 h 362"/>
                <a:gd name="T4" fmla="*/ 207 w 313"/>
                <a:gd name="T5" fmla="*/ 175 h 362"/>
                <a:gd name="T6" fmla="*/ 275 w 313"/>
                <a:gd name="T7" fmla="*/ 155 h 362"/>
                <a:gd name="T8" fmla="*/ 197 w 313"/>
                <a:gd name="T9" fmla="*/ 101 h 362"/>
                <a:gd name="T10" fmla="*/ 229 w 313"/>
                <a:gd name="T11" fmla="*/ 88 h 362"/>
                <a:gd name="T12" fmla="*/ 157 w 313"/>
                <a:gd name="T13" fmla="*/ 0 h 362"/>
                <a:gd name="T14" fmla="*/ 75 w 313"/>
                <a:gd name="T15" fmla="*/ 87 h 362"/>
                <a:gd name="T16" fmla="*/ 115 w 313"/>
                <a:gd name="T17" fmla="*/ 102 h 362"/>
                <a:gd name="T18" fmla="*/ 37 w 313"/>
                <a:gd name="T19" fmla="*/ 155 h 362"/>
                <a:gd name="T20" fmla="*/ 105 w 313"/>
                <a:gd name="T21" fmla="*/ 175 h 362"/>
                <a:gd name="T22" fmla="*/ 15 w 313"/>
                <a:gd name="T23" fmla="*/ 243 h 362"/>
                <a:gd name="T24" fmla="*/ 93 w 313"/>
                <a:gd name="T25" fmla="*/ 257 h 362"/>
                <a:gd name="T26" fmla="*/ 0 w 313"/>
                <a:gd name="T27" fmla="*/ 335 h 362"/>
                <a:gd name="T28" fmla="*/ 157 w 313"/>
                <a:gd name="T29" fmla="*/ 362 h 362"/>
                <a:gd name="T30" fmla="*/ 313 w 313"/>
                <a:gd name="T31" fmla="*/ 335 h 362"/>
                <a:gd name="T32" fmla="*/ 220 w 313"/>
                <a:gd name="T33" fmla="*/ 257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3" h="362">
                  <a:moveTo>
                    <a:pt x="220" y="257"/>
                  </a:moveTo>
                  <a:cubicBezTo>
                    <a:pt x="244" y="257"/>
                    <a:pt x="280" y="255"/>
                    <a:pt x="298" y="243"/>
                  </a:cubicBezTo>
                  <a:cubicBezTo>
                    <a:pt x="263" y="229"/>
                    <a:pt x="226" y="199"/>
                    <a:pt x="207" y="175"/>
                  </a:cubicBezTo>
                  <a:cubicBezTo>
                    <a:pt x="237" y="171"/>
                    <a:pt x="252" y="171"/>
                    <a:pt x="275" y="155"/>
                  </a:cubicBezTo>
                  <a:cubicBezTo>
                    <a:pt x="243" y="149"/>
                    <a:pt x="209" y="119"/>
                    <a:pt x="197" y="101"/>
                  </a:cubicBezTo>
                  <a:cubicBezTo>
                    <a:pt x="213" y="97"/>
                    <a:pt x="214" y="96"/>
                    <a:pt x="229" y="88"/>
                  </a:cubicBezTo>
                  <a:cubicBezTo>
                    <a:pt x="191" y="66"/>
                    <a:pt x="165" y="29"/>
                    <a:pt x="157" y="0"/>
                  </a:cubicBezTo>
                  <a:cubicBezTo>
                    <a:pt x="142" y="45"/>
                    <a:pt x="118" y="71"/>
                    <a:pt x="75" y="87"/>
                  </a:cubicBezTo>
                  <a:cubicBezTo>
                    <a:pt x="89" y="96"/>
                    <a:pt x="100" y="99"/>
                    <a:pt x="115" y="102"/>
                  </a:cubicBezTo>
                  <a:cubicBezTo>
                    <a:pt x="103" y="120"/>
                    <a:pt x="69" y="149"/>
                    <a:pt x="37" y="155"/>
                  </a:cubicBezTo>
                  <a:cubicBezTo>
                    <a:pt x="60" y="171"/>
                    <a:pt x="75" y="171"/>
                    <a:pt x="105" y="175"/>
                  </a:cubicBezTo>
                  <a:cubicBezTo>
                    <a:pt x="87" y="199"/>
                    <a:pt x="49" y="229"/>
                    <a:pt x="15" y="243"/>
                  </a:cubicBezTo>
                  <a:cubicBezTo>
                    <a:pt x="33" y="255"/>
                    <a:pt x="69" y="257"/>
                    <a:pt x="93" y="257"/>
                  </a:cubicBezTo>
                  <a:cubicBezTo>
                    <a:pt x="80" y="281"/>
                    <a:pt x="26" y="324"/>
                    <a:pt x="0" y="335"/>
                  </a:cubicBezTo>
                  <a:cubicBezTo>
                    <a:pt x="55" y="359"/>
                    <a:pt x="112" y="362"/>
                    <a:pt x="157" y="362"/>
                  </a:cubicBezTo>
                  <a:cubicBezTo>
                    <a:pt x="202" y="362"/>
                    <a:pt x="257" y="359"/>
                    <a:pt x="313" y="335"/>
                  </a:cubicBezTo>
                  <a:cubicBezTo>
                    <a:pt x="286" y="324"/>
                    <a:pt x="232" y="281"/>
                    <a:pt x="220" y="257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出自【趣你的PPT】(微信:qunideppt)：最优质的PPT资源库"/>
            <p:cNvSpPr>
              <a:spLocks/>
            </p:cNvSpPr>
            <p:nvPr/>
          </p:nvSpPr>
          <p:spPr bwMode="auto">
            <a:xfrm>
              <a:off x="8169276" y="6224588"/>
              <a:ext cx="80963" cy="371475"/>
            </a:xfrm>
            <a:custGeom>
              <a:avLst/>
              <a:gdLst>
                <a:gd name="T0" fmla="*/ 45 w 45"/>
                <a:gd name="T1" fmla="*/ 197 h 206"/>
                <a:gd name="T2" fmla="*/ 23 w 45"/>
                <a:gd name="T3" fmla="*/ 206 h 206"/>
                <a:gd name="T4" fmla="*/ 23 w 45"/>
                <a:gd name="T5" fmla="*/ 206 h 206"/>
                <a:gd name="T6" fmla="*/ 0 w 45"/>
                <a:gd name="T7" fmla="*/ 197 h 206"/>
                <a:gd name="T8" fmla="*/ 0 w 45"/>
                <a:gd name="T9" fmla="*/ 9 h 206"/>
                <a:gd name="T10" fmla="*/ 23 w 45"/>
                <a:gd name="T11" fmla="*/ 0 h 206"/>
                <a:gd name="T12" fmla="*/ 23 w 45"/>
                <a:gd name="T13" fmla="*/ 0 h 206"/>
                <a:gd name="T14" fmla="*/ 45 w 45"/>
                <a:gd name="T15" fmla="*/ 9 h 206"/>
                <a:gd name="T16" fmla="*/ 45 w 45"/>
                <a:gd name="T17" fmla="*/ 197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206">
                  <a:moveTo>
                    <a:pt x="45" y="197"/>
                  </a:moveTo>
                  <a:cubicBezTo>
                    <a:pt x="45" y="202"/>
                    <a:pt x="35" y="206"/>
                    <a:pt x="23" y="206"/>
                  </a:cubicBezTo>
                  <a:cubicBezTo>
                    <a:pt x="23" y="206"/>
                    <a:pt x="23" y="206"/>
                    <a:pt x="23" y="206"/>
                  </a:cubicBezTo>
                  <a:cubicBezTo>
                    <a:pt x="10" y="206"/>
                    <a:pt x="0" y="202"/>
                    <a:pt x="0" y="19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5" y="4"/>
                    <a:pt x="45" y="9"/>
                  </a:cubicBezTo>
                  <a:lnTo>
                    <a:pt x="45" y="197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839076" y="5553075"/>
              <a:ext cx="741363" cy="858838"/>
            </a:xfrm>
            <a:custGeom>
              <a:avLst/>
              <a:gdLst>
                <a:gd name="T0" fmla="*/ 289 w 411"/>
                <a:gd name="T1" fmla="*/ 336 h 475"/>
                <a:gd name="T2" fmla="*/ 392 w 411"/>
                <a:gd name="T3" fmla="*/ 319 h 475"/>
                <a:gd name="T4" fmla="*/ 273 w 411"/>
                <a:gd name="T5" fmla="*/ 229 h 475"/>
                <a:gd name="T6" fmla="*/ 362 w 411"/>
                <a:gd name="T7" fmla="*/ 203 h 475"/>
                <a:gd name="T8" fmla="*/ 259 w 411"/>
                <a:gd name="T9" fmla="*/ 133 h 475"/>
                <a:gd name="T10" fmla="*/ 301 w 411"/>
                <a:gd name="T11" fmla="*/ 115 h 475"/>
                <a:gd name="T12" fmla="*/ 207 w 411"/>
                <a:gd name="T13" fmla="*/ 0 h 475"/>
                <a:gd name="T14" fmla="*/ 99 w 411"/>
                <a:gd name="T15" fmla="*/ 113 h 475"/>
                <a:gd name="T16" fmla="*/ 152 w 411"/>
                <a:gd name="T17" fmla="*/ 134 h 475"/>
                <a:gd name="T18" fmla="*/ 49 w 411"/>
                <a:gd name="T19" fmla="*/ 203 h 475"/>
                <a:gd name="T20" fmla="*/ 138 w 411"/>
                <a:gd name="T21" fmla="*/ 229 h 475"/>
                <a:gd name="T22" fmla="*/ 20 w 411"/>
                <a:gd name="T23" fmla="*/ 319 h 475"/>
                <a:gd name="T24" fmla="*/ 122 w 411"/>
                <a:gd name="T25" fmla="*/ 336 h 475"/>
                <a:gd name="T26" fmla="*/ 0 w 411"/>
                <a:gd name="T27" fmla="*/ 439 h 475"/>
                <a:gd name="T28" fmla="*/ 206 w 411"/>
                <a:gd name="T29" fmla="*/ 475 h 475"/>
                <a:gd name="T30" fmla="*/ 411 w 411"/>
                <a:gd name="T31" fmla="*/ 439 h 475"/>
                <a:gd name="T32" fmla="*/ 289 w 411"/>
                <a:gd name="T33" fmla="*/ 336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1" h="475">
                  <a:moveTo>
                    <a:pt x="289" y="336"/>
                  </a:moveTo>
                  <a:cubicBezTo>
                    <a:pt x="320" y="337"/>
                    <a:pt x="368" y="334"/>
                    <a:pt x="392" y="319"/>
                  </a:cubicBezTo>
                  <a:cubicBezTo>
                    <a:pt x="346" y="301"/>
                    <a:pt x="297" y="260"/>
                    <a:pt x="273" y="229"/>
                  </a:cubicBezTo>
                  <a:cubicBezTo>
                    <a:pt x="312" y="224"/>
                    <a:pt x="331" y="224"/>
                    <a:pt x="362" y="203"/>
                  </a:cubicBezTo>
                  <a:cubicBezTo>
                    <a:pt x="320" y="195"/>
                    <a:pt x="275" y="155"/>
                    <a:pt x="259" y="133"/>
                  </a:cubicBezTo>
                  <a:cubicBezTo>
                    <a:pt x="281" y="126"/>
                    <a:pt x="282" y="125"/>
                    <a:pt x="301" y="115"/>
                  </a:cubicBezTo>
                  <a:cubicBezTo>
                    <a:pt x="251" y="86"/>
                    <a:pt x="217" y="37"/>
                    <a:pt x="207" y="0"/>
                  </a:cubicBezTo>
                  <a:cubicBezTo>
                    <a:pt x="187" y="59"/>
                    <a:pt x="156" y="93"/>
                    <a:pt x="99" y="113"/>
                  </a:cubicBezTo>
                  <a:cubicBezTo>
                    <a:pt x="117" y="125"/>
                    <a:pt x="132" y="130"/>
                    <a:pt x="152" y="134"/>
                  </a:cubicBezTo>
                  <a:cubicBezTo>
                    <a:pt x="135" y="157"/>
                    <a:pt x="91" y="195"/>
                    <a:pt x="49" y="203"/>
                  </a:cubicBezTo>
                  <a:cubicBezTo>
                    <a:pt x="80" y="224"/>
                    <a:pt x="99" y="224"/>
                    <a:pt x="138" y="229"/>
                  </a:cubicBezTo>
                  <a:cubicBezTo>
                    <a:pt x="114" y="260"/>
                    <a:pt x="65" y="301"/>
                    <a:pt x="20" y="319"/>
                  </a:cubicBezTo>
                  <a:cubicBezTo>
                    <a:pt x="44" y="334"/>
                    <a:pt x="91" y="337"/>
                    <a:pt x="122" y="336"/>
                  </a:cubicBezTo>
                  <a:cubicBezTo>
                    <a:pt x="106" y="369"/>
                    <a:pt x="35" y="424"/>
                    <a:pt x="0" y="439"/>
                  </a:cubicBezTo>
                  <a:cubicBezTo>
                    <a:pt x="73" y="471"/>
                    <a:pt x="148" y="475"/>
                    <a:pt x="206" y="475"/>
                  </a:cubicBezTo>
                  <a:cubicBezTo>
                    <a:pt x="265" y="475"/>
                    <a:pt x="338" y="471"/>
                    <a:pt x="411" y="439"/>
                  </a:cubicBezTo>
                  <a:cubicBezTo>
                    <a:pt x="377" y="424"/>
                    <a:pt x="305" y="369"/>
                    <a:pt x="289" y="336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21" name="Group 120出自【趣你的PPT】(微信:qunideppt)：最优质的PPT资源库"/>
          <p:cNvGrpSpPr/>
          <p:nvPr/>
        </p:nvGrpSpPr>
        <p:grpSpPr>
          <a:xfrm>
            <a:off x="4576324" y="2397430"/>
            <a:ext cx="6544864" cy="1548167"/>
            <a:chOff x="4619530" y="2424035"/>
            <a:chExt cx="6544864" cy="1548167"/>
          </a:xfrm>
        </p:grpSpPr>
        <p:grpSp>
          <p:nvGrpSpPr>
            <p:cNvPr id="56" name="组合 55"/>
            <p:cNvGrpSpPr/>
            <p:nvPr/>
          </p:nvGrpSpPr>
          <p:grpSpPr>
            <a:xfrm>
              <a:off x="4619530" y="2424035"/>
              <a:ext cx="6544864" cy="1548167"/>
              <a:chOff x="681080" y="2753256"/>
              <a:chExt cx="6962996" cy="1647075"/>
            </a:xfrm>
          </p:grpSpPr>
          <p:sp>
            <p:nvSpPr>
              <p:cNvPr id="59" name="出自【趣你的PPT】(微信:qunideppt)：最优质的PPT资源库"/>
              <p:cNvSpPr/>
              <p:nvPr/>
            </p:nvSpPr>
            <p:spPr>
              <a:xfrm>
                <a:off x="681080" y="2753256"/>
                <a:ext cx="6657271" cy="1247861"/>
              </a:xfrm>
              <a:custGeom>
                <a:avLst/>
                <a:gdLst>
                  <a:gd name="connsiteX0" fmla="*/ 0 w 6657271"/>
                  <a:gd name="connsiteY0" fmla="*/ 0 h 1247861"/>
                  <a:gd name="connsiteX1" fmla="*/ 6657271 w 6657271"/>
                  <a:gd name="connsiteY1" fmla="*/ 0 h 1247861"/>
                  <a:gd name="connsiteX2" fmla="*/ 6657271 w 6657271"/>
                  <a:gd name="connsiteY2" fmla="*/ 1247861 h 1247861"/>
                  <a:gd name="connsiteX3" fmla="*/ 0 w 6657271"/>
                  <a:gd name="connsiteY3" fmla="*/ 1247861 h 1247861"/>
                  <a:gd name="connsiteX4" fmla="*/ 0 w 6657271"/>
                  <a:gd name="connsiteY4" fmla="*/ 0 h 1247861"/>
                  <a:gd name="connsiteX0" fmla="*/ 0 w 6657271"/>
                  <a:gd name="connsiteY0" fmla="*/ 0 h 1247861"/>
                  <a:gd name="connsiteX1" fmla="*/ 6657271 w 6657271"/>
                  <a:gd name="connsiteY1" fmla="*/ 0 h 1247861"/>
                  <a:gd name="connsiteX2" fmla="*/ 6657271 w 6657271"/>
                  <a:gd name="connsiteY2" fmla="*/ 1247861 h 1247861"/>
                  <a:gd name="connsiteX3" fmla="*/ 213360 w 6657271"/>
                  <a:gd name="connsiteY3" fmla="*/ 1247861 h 1247861"/>
                  <a:gd name="connsiteX4" fmla="*/ 0 w 6657271"/>
                  <a:gd name="connsiteY4" fmla="*/ 0 h 1247861"/>
                  <a:gd name="connsiteX0" fmla="*/ 0 w 6657271"/>
                  <a:gd name="connsiteY0" fmla="*/ 0 h 1247861"/>
                  <a:gd name="connsiteX1" fmla="*/ 6393111 w 6657271"/>
                  <a:gd name="connsiteY1" fmla="*/ 386080 h 1247861"/>
                  <a:gd name="connsiteX2" fmla="*/ 6657271 w 6657271"/>
                  <a:gd name="connsiteY2" fmla="*/ 1247861 h 1247861"/>
                  <a:gd name="connsiteX3" fmla="*/ 213360 w 6657271"/>
                  <a:gd name="connsiteY3" fmla="*/ 1247861 h 1247861"/>
                  <a:gd name="connsiteX4" fmla="*/ 0 w 6657271"/>
                  <a:gd name="connsiteY4" fmla="*/ 0 h 1247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57271" h="1247861">
                    <a:moveTo>
                      <a:pt x="0" y="0"/>
                    </a:moveTo>
                    <a:lnTo>
                      <a:pt x="6393111" y="386080"/>
                    </a:lnTo>
                    <a:lnTo>
                      <a:pt x="6657271" y="1247861"/>
                    </a:lnTo>
                    <a:lnTo>
                      <a:pt x="213360" y="12478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D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出自【趣你的PPT】(微信:qunideppt)：最优质的PPT资源库"/>
              <p:cNvSpPr/>
              <p:nvPr/>
            </p:nvSpPr>
            <p:spPr>
              <a:xfrm>
                <a:off x="1220485" y="3721430"/>
                <a:ext cx="6423591" cy="678901"/>
              </a:xfrm>
              <a:custGeom>
                <a:avLst/>
                <a:gdLst>
                  <a:gd name="connsiteX0" fmla="*/ 0 w 6657271"/>
                  <a:gd name="connsiteY0" fmla="*/ 0 h 1247861"/>
                  <a:gd name="connsiteX1" fmla="*/ 6657271 w 6657271"/>
                  <a:gd name="connsiteY1" fmla="*/ 0 h 1247861"/>
                  <a:gd name="connsiteX2" fmla="*/ 6657271 w 6657271"/>
                  <a:gd name="connsiteY2" fmla="*/ 1247861 h 1247861"/>
                  <a:gd name="connsiteX3" fmla="*/ 0 w 6657271"/>
                  <a:gd name="connsiteY3" fmla="*/ 1247861 h 1247861"/>
                  <a:gd name="connsiteX4" fmla="*/ 0 w 6657271"/>
                  <a:gd name="connsiteY4" fmla="*/ 0 h 1247861"/>
                  <a:gd name="connsiteX0" fmla="*/ 0 w 6657271"/>
                  <a:gd name="connsiteY0" fmla="*/ 0 h 1247861"/>
                  <a:gd name="connsiteX1" fmla="*/ 6657271 w 6657271"/>
                  <a:gd name="connsiteY1" fmla="*/ 0 h 1247861"/>
                  <a:gd name="connsiteX2" fmla="*/ 6657271 w 6657271"/>
                  <a:gd name="connsiteY2" fmla="*/ 1247861 h 1247861"/>
                  <a:gd name="connsiteX3" fmla="*/ 213360 w 6657271"/>
                  <a:gd name="connsiteY3" fmla="*/ 1247861 h 1247861"/>
                  <a:gd name="connsiteX4" fmla="*/ 0 w 6657271"/>
                  <a:gd name="connsiteY4" fmla="*/ 0 h 1247861"/>
                  <a:gd name="connsiteX0" fmla="*/ 0 w 6657271"/>
                  <a:gd name="connsiteY0" fmla="*/ 0 h 1247861"/>
                  <a:gd name="connsiteX1" fmla="*/ 6393111 w 6657271"/>
                  <a:gd name="connsiteY1" fmla="*/ 386080 h 1247861"/>
                  <a:gd name="connsiteX2" fmla="*/ 6657271 w 6657271"/>
                  <a:gd name="connsiteY2" fmla="*/ 1247861 h 1247861"/>
                  <a:gd name="connsiteX3" fmla="*/ 213360 w 6657271"/>
                  <a:gd name="connsiteY3" fmla="*/ 1247861 h 1247861"/>
                  <a:gd name="connsiteX4" fmla="*/ 0 w 6657271"/>
                  <a:gd name="connsiteY4" fmla="*/ 0 h 1247861"/>
                  <a:gd name="connsiteX0" fmla="*/ 0 w 6657271"/>
                  <a:gd name="connsiteY0" fmla="*/ 0 h 1247861"/>
                  <a:gd name="connsiteX1" fmla="*/ 6393111 w 6657271"/>
                  <a:gd name="connsiteY1" fmla="*/ 386080 h 1247861"/>
                  <a:gd name="connsiteX2" fmla="*/ 6657271 w 6657271"/>
                  <a:gd name="connsiteY2" fmla="*/ 1247861 h 1247861"/>
                  <a:gd name="connsiteX3" fmla="*/ 50800 w 6657271"/>
                  <a:gd name="connsiteY3" fmla="*/ 546821 h 1247861"/>
                  <a:gd name="connsiteX4" fmla="*/ 0 w 6657271"/>
                  <a:gd name="connsiteY4" fmla="*/ 0 h 1247861"/>
                  <a:gd name="connsiteX0" fmla="*/ 0 w 6657271"/>
                  <a:gd name="connsiteY0" fmla="*/ 71120 h 1318981"/>
                  <a:gd name="connsiteX1" fmla="*/ 6321991 w 6657271"/>
                  <a:gd name="connsiteY1" fmla="*/ 0 h 1318981"/>
                  <a:gd name="connsiteX2" fmla="*/ 6657271 w 6657271"/>
                  <a:gd name="connsiteY2" fmla="*/ 1318981 h 1318981"/>
                  <a:gd name="connsiteX3" fmla="*/ 50800 w 6657271"/>
                  <a:gd name="connsiteY3" fmla="*/ 617941 h 1318981"/>
                  <a:gd name="connsiteX4" fmla="*/ 0 w 6657271"/>
                  <a:gd name="connsiteY4" fmla="*/ 71120 h 1318981"/>
                  <a:gd name="connsiteX0" fmla="*/ 0 w 6443911"/>
                  <a:gd name="connsiteY0" fmla="*/ 71120 h 678901"/>
                  <a:gd name="connsiteX1" fmla="*/ 6321991 w 6443911"/>
                  <a:gd name="connsiteY1" fmla="*/ 0 h 678901"/>
                  <a:gd name="connsiteX2" fmla="*/ 6443911 w 6443911"/>
                  <a:gd name="connsiteY2" fmla="*/ 678901 h 678901"/>
                  <a:gd name="connsiteX3" fmla="*/ 50800 w 6443911"/>
                  <a:gd name="connsiteY3" fmla="*/ 617941 h 678901"/>
                  <a:gd name="connsiteX4" fmla="*/ 0 w 6443911"/>
                  <a:gd name="connsiteY4" fmla="*/ 71120 h 678901"/>
                  <a:gd name="connsiteX0" fmla="*/ 0 w 6423591"/>
                  <a:gd name="connsiteY0" fmla="*/ 121920 h 678901"/>
                  <a:gd name="connsiteX1" fmla="*/ 6301671 w 6423591"/>
                  <a:gd name="connsiteY1" fmla="*/ 0 h 678901"/>
                  <a:gd name="connsiteX2" fmla="*/ 6423591 w 6423591"/>
                  <a:gd name="connsiteY2" fmla="*/ 678901 h 678901"/>
                  <a:gd name="connsiteX3" fmla="*/ 30480 w 6423591"/>
                  <a:gd name="connsiteY3" fmla="*/ 617941 h 678901"/>
                  <a:gd name="connsiteX4" fmla="*/ 0 w 6423591"/>
                  <a:gd name="connsiteY4" fmla="*/ 121920 h 678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23591" h="678901">
                    <a:moveTo>
                      <a:pt x="0" y="121920"/>
                    </a:moveTo>
                    <a:lnTo>
                      <a:pt x="6301671" y="0"/>
                    </a:lnTo>
                    <a:lnTo>
                      <a:pt x="6423591" y="678901"/>
                    </a:lnTo>
                    <a:lnTo>
                      <a:pt x="30480" y="617941"/>
                    </a:lnTo>
                    <a:lnTo>
                      <a:pt x="0" y="12192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17" name="组合 116"/>
            <p:cNvGrpSpPr/>
            <p:nvPr/>
          </p:nvGrpSpPr>
          <p:grpSpPr>
            <a:xfrm>
              <a:off x="5486104" y="2746088"/>
              <a:ext cx="4159800" cy="584775"/>
              <a:chOff x="5041027" y="2790289"/>
              <a:chExt cx="4159800" cy="584775"/>
            </a:xfrm>
          </p:grpSpPr>
          <p:sp>
            <p:nvSpPr>
              <p:cNvPr id="115" name="出自【趣你的PPT】(微信:qunideppt)：最优质的PPT资源库"/>
              <p:cNvSpPr txBox="1"/>
              <p:nvPr/>
            </p:nvSpPr>
            <p:spPr>
              <a:xfrm>
                <a:off x="5041027" y="2790289"/>
                <a:ext cx="78344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32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出自【趣你的PPT】(微信:qunideppt)：最优质的PPT资源库"/>
              <p:cNvSpPr txBox="1"/>
              <p:nvPr/>
            </p:nvSpPr>
            <p:spPr>
              <a:xfrm>
                <a:off x="5682878" y="2824070"/>
                <a:ext cx="35179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成绩构成</a:t>
                </a:r>
              </a:p>
            </p:txBody>
          </p:sp>
        </p:grpSp>
        <p:sp>
          <p:nvSpPr>
            <p:cNvPr id="120" name="出自【趣你的PPT】(微信:qunideppt)：最优质的PPT资源库"/>
            <p:cNvSpPr txBox="1"/>
            <p:nvPr/>
          </p:nvSpPr>
          <p:spPr>
            <a:xfrm>
              <a:off x="6953579" y="3426055"/>
              <a:ext cx="35179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6773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出自【趣你的PPT】(微信:qunideppt)：最优质的PPT资源库"/>
          <p:cNvGrpSpPr/>
          <p:nvPr/>
        </p:nvGrpSpPr>
        <p:grpSpPr>
          <a:xfrm>
            <a:off x="0" y="292608"/>
            <a:ext cx="12190828" cy="548640"/>
            <a:chOff x="0" y="292608"/>
            <a:chExt cx="12190828" cy="548640"/>
          </a:xfrm>
        </p:grpSpPr>
        <p:sp>
          <p:nvSpPr>
            <p:cNvPr id="43" name="出自【趣你的PPT】(微信:qunideppt)：最优质的PPT资源库"/>
            <p:cNvSpPr/>
            <p:nvPr/>
          </p:nvSpPr>
          <p:spPr>
            <a:xfrm>
              <a:off x="0" y="292608"/>
              <a:ext cx="3118104" cy="548640"/>
            </a:xfrm>
            <a:custGeom>
              <a:avLst/>
              <a:gdLst>
                <a:gd name="connsiteX0" fmla="*/ 0 w 3118104"/>
                <a:gd name="connsiteY0" fmla="*/ 0 h 539496"/>
                <a:gd name="connsiteX1" fmla="*/ 3118104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0 h 539496"/>
                <a:gd name="connsiteX1" fmla="*/ 2871216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9144 h 548640"/>
                <a:gd name="connsiteX1" fmla="*/ 2679192 w 3118104"/>
                <a:gd name="connsiteY1" fmla="*/ 0 h 548640"/>
                <a:gd name="connsiteX2" fmla="*/ 3118104 w 3118104"/>
                <a:gd name="connsiteY2" fmla="*/ 548640 h 548640"/>
                <a:gd name="connsiteX3" fmla="*/ 0 w 3118104"/>
                <a:gd name="connsiteY3" fmla="*/ 548640 h 548640"/>
                <a:gd name="connsiteX4" fmla="*/ 0 w 3118104"/>
                <a:gd name="connsiteY4" fmla="*/ 9144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104" h="548640">
                  <a:moveTo>
                    <a:pt x="0" y="9144"/>
                  </a:moveTo>
                  <a:lnTo>
                    <a:pt x="2679192" y="0"/>
                  </a:lnTo>
                  <a:lnTo>
                    <a:pt x="3118104" y="548640"/>
                  </a:lnTo>
                  <a:lnTo>
                    <a:pt x="0" y="548640"/>
                  </a:lnTo>
                  <a:lnTo>
                    <a:pt x="0" y="9144"/>
                  </a:lnTo>
                  <a:close/>
                </a:path>
              </a:pathLst>
            </a:custGeom>
            <a:solidFill>
              <a:srgbClr val="5DA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45" name="出自【趣你的PPT】(微信:qunideppt)：最优质的PPT资源库"/>
            <p:cNvCxnSpPr/>
            <p:nvPr/>
          </p:nvCxnSpPr>
          <p:spPr>
            <a:xfrm>
              <a:off x="3108960" y="832104"/>
              <a:ext cx="908186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出自【趣你的PPT】(微信:qunideppt)：最优质的PPT资源库"/>
          <p:cNvSpPr txBox="1"/>
          <p:nvPr/>
        </p:nvSpPr>
        <p:spPr>
          <a:xfrm>
            <a:off x="292608" y="366873"/>
            <a:ext cx="2359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课程成绩构成</a:t>
            </a:r>
          </a:p>
        </p:txBody>
      </p:sp>
      <p:grpSp>
        <p:nvGrpSpPr>
          <p:cNvPr id="40" name="Group 39出自【趣你的PPT】(微信:qunideppt)：最优质的PPT资源库"/>
          <p:cNvGrpSpPr/>
          <p:nvPr/>
        </p:nvGrpSpPr>
        <p:grpSpPr>
          <a:xfrm>
            <a:off x="3851406" y="1698122"/>
            <a:ext cx="4522897" cy="4520312"/>
            <a:chOff x="3410966" y="1835033"/>
            <a:chExt cx="4522897" cy="4520312"/>
          </a:xfrm>
        </p:grpSpPr>
        <p:grpSp>
          <p:nvGrpSpPr>
            <p:cNvPr id="41" name="组合 40"/>
            <p:cNvGrpSpPr/>
            <p:nvPr/>
          </p:nvGrpSpPr>
          <p:grpSpPr>
            <a:xfrm>
              <a:off x="3410966" y="1835033"/>
              <a:ext cx="2216853" cy="2216853"/>
              <a:chOff x="3410966" y="1835033"/>
              <a:chExt cx="2216853" cy="2216853"/>
            </a:xfrm>
          </p:grpSpPr>
          <p:sp>
            <p:nvSpPr>
              <p:cNvPr id="84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3410966" y="1835033"/>
                <a:ext cx="2216853" cy="2216853"/>
              </a:xfrm>
              <a:custGeom>
                <a:avLst/>
                <a:gdLst>
                  <a:gd name="T0" fmla="*/ 727 w 1715"/>
                  <a:gd name="T1" fmla="*/ 1715 h 1715"/>
                  <a:gd name="T2" fmla="*/ 1715 w 1715"/>
                  <a:gd name="T3" fmla="*/ 1715 h 1715"/>
                  <a:gd name="T4" fmla="*/ 1715 w 1715"/>
                  <a:gd name="T5" fmla="*/ 727 h 1715"/>
                  <a:gd name="T6" fmla="*/ 988 w 1715"/>
                  <a:gd name="T7" fmla="*/ 0 h 1715"/>
                  <a:gd name="T8" fmla="*/ 0 w 1715"/>
                  <a:gd name="T9" fmla="*/ 986 h 1715"/>
                  <a:gd name="T10" fmla="*/ 727 w 1715"/>
                  <a:gd name="T11" fmla="*/ 1715 h 17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15" h="1715">
                    <a:moveTo>
                      <a:pt x="727" y="1715"/>
                    </a:moveTo>
                    <a:lnTo>
                      <a:pt x="1715" y="1715"/>
                    </a:lnTo>
                    <a:lnTo>
                      <a:pt x="1715" y="727"/>
                    </a:lnTo>
                    <a:lnTo>
                      <a:pt x="988" y="0"/>
                    </a:lnTo>
                    <a:lnTo>
                      <a:pt x="0" y="986"/>
                    </a:lnTo>
                    <a:lnTo>
                      <a:pt x="727" y="1715"/>
                    </a:lnTo>
                    <a:close/>
                  </a:path>
                </a:pathLst>
              </a:custGeom>
              <a:solidFill>
                <a:srgbClr val="7CC8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3410966" y="1835033"/>
                <a:ext cx="2216853" cy="2216853"/>
              </a:xfrm>
              <a:custGeom>
                <a:avLst/>
                <a:gdLst>
                  <a:gd name="T0" fmla="*/ 727 w 1715"/>
                  <a:gd name="T1" fmla="*/ 1715 h 1715"/>
                  <a:gd name="T2" fmla="*/ 1715 w 1715"/>
                  <a:gd name="T3" fmla="*/ 1715 h 1715"/>
                  <a:gd name="T4" fmla="*/ 1715 w 1715"/>
                  <a:gd name="T5" fmla="*/ 727 h 1715"/>
                  <a:gd name="T6" fmla="*/ 988 w 1715"/>
                  <a:gd name="T7" fmla="*/ 0 h 1715"/>
                  <a:gd name="T8" fmla="*/ 0 w 1715"/>
                  <a:gd name="T9" fmla="*/ 986 h 1715"/>
                  <a:gd name="T10" fmla="*/ 727 w 1715"/>
                  <a:gd name="T11" fmla="*/ 1715 h 17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15" h="1715">
                    <a:moveTo>
                      <a:pt x="727" y="1715"/>
                    </a:moveTo>
                    <a:lnTo>
                      <a:pt x="1715" y="1715"/>
                    </a:lnTo>
                    <a:lnTo>
                      <a:pt x="1715" y="727"/>
                    </a:lnTo>
                    <a:lnTo>
                      <a:pt x="988" y="0"/>
                    </a:lnTo>
                    <a:lnTo>
                      <a:pt x="0" y="986"/>
                    </a:lnTo>
                    <a:lnTo>
                      <a:pt x="727" y="171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86" name="组合 85"/>
              <p:cNvGrpSpPr/>
              <p:nvPr/>
            </p:nvGrpSpPr>
            <p:grpSpPr>
              <a:xfrm>
                <a:off x="4021063" y="2328857"/>
                <a:ext cx="1371600" cy="1220877"/>
                <a:chOff x="4021063" y="2328857"/>
                <a:chExt cx="1371600" cy="1220877"/>
              </a:xfrm>
            </p:grpSpPr>
            <p:grpSp>
              <p:nvGrpSpPr>
                <p:cNvPr id="87" name="组合 86"/>
                <p:cNvGrpSpPr/>
                <p:nvPr/>
              </p:nvGrpSpPr>
              <p:grpSpPr>
                <a:xfrm>
                  <a:off x="4381239" y="2328857"/>
                  <a:ext cx="474909" cy="430586"/>
                  <a:chOff x="6942138" y="1422400"/>
                  <a:chExt cx="357188" cy="323851"/>
                </a:xfrm>
              </p:grpSpPr>
              <p:sp>
                <p:nvSpPr>
                  <p:cNvPr id="89" name="出自【趣你的PPT】(微信:qunideppt)：最优质的PPT资源库"/>
                  <p:cNvSpPr>
                    <a:spLocks/>
                  </p:cNvSpPr>
                  <p:nvPr/>
                </p:nvSpPr>
                <p:spPr bwMode="auto">
                  <a:xfrm>
                    <a:off x="6942138" y="1706563"/>
                    <a:ext cx="357188" cy="39688"/>
                  </a:xfrm>
                  <a:custGeom>
                    <a:avLst/>
                    <a:gdLst>
                      <a:gd name="T0" fmla="*/ 136 w 136"/>
                      <a:gd name="T1" fmla="*/ 7 h 15"/>
                      <a:gd name="T2" fmla="*/ 128 w 136"/>
                      <a:gd name="T3" fmla="*/ 15 h 15"/>
                      <a:gd name="T4" fmla="*/ 8 w 136"/>
                      <a:gd name="T5" fmla="*/ 15 h 15"/>
                      <a:gd name="T6" fmla="*/ 0 w 136"/>
                      <a:gd name="T7" fmla="*/ 7 h 15"/>
                      <a:gd name="T8" fmla="*/ 8 w 136"/>
                      <a:gd name="T9" fmla="*/ 0 h 15"/>
                      <a:gd name="T10" fmla="*/ 128 w 136"/>
                      <a:gd name="T11" fmla="*/ 0 h 15"/>
                      <a:gd name="T12" fmla="*/ 136 w 136"/>
                      <a:gd name="T13" fmla="*/ 7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36" h="15">
                        <a:moveTo>
                          <a:pt x="136" y="7"/>
                        </a:moveTo>
                        <a:cubicBezTo>
                          <a:pt x="136" y="12"/>
                          <a:pt x="133" y="15"/>
                          <a:pt x="128" y="15"/>
                        </a:cubicBezTo>
                        <a:cubicBezTo>
                          <a:pt x="8" y="15"/>
                          <a:pt x="8" y="15"/>
                          <a:pt x="8" y="15"/>
                        </a:cubicBezTo>
                        <a:cubicBezTo>
                          <a:pt x="3" y="15"/>
                          <a:pt x="0" y="12"/>
                          <a:pt x="0" y="7"/>
                        </a:cubicBezTo>
                        <a:cubicBezTo>
                          <a:pt x="0" y="3"/>
                          <a:pt x="3" y="0"/>
                          <a:pt x="8" y="0"/>
                        </a:cubicBezTo>
                        <a:cubicBezTo>
                          <a:pt x="128" y="0"/>
                          <a:pt x="128" y="0"/>
                          <a:pt x="128" y="0"/>
                        </a:cubicBezTo>
                        <a:cubicBezTo>
                          <a:pt x="133" y="0"/>
                          <a:pt x="136" y="3"/>
                          <a:pt x="136" y="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90" name="出自【趣你的PPT】(微信:qunideppt)：最优质的PPT资源库"/>
                  <p:cNvSpPr>
                    <a:spLocks/>
                  </p:cNvSpPr>
                  <p:nvPr/>
                </p:nvSpPr>
                <p:spPr bwMode="auto">
                  <a:xfrm>
                    <a:off x="6986588" y="1562100"/>
                    <a:ext cx="42863" cy="123825"/>
                  </a:xfrm>
                  <a:custGeom>
                    <a:avLst/>
                    <a:gdLst>
                      <a:gd name="T0" fmla="*/ 8 w 16"/>
                      <a:gd name="T1" fmla="*/ 47 h 47"/>
                      <a:gd name="T2" fmla="*/ 0 w 16"/>
                      <a:gd name="T3" fmla="*/ 39 h 47"/>
                      <a:gd name="T4" fmla="*/ 0 w 16"/>
                      <a:gd name="T5" fmla="*/ 8 h 47"/>
                      <a:gd name="T6" fmla="*/ 8 w 16"/>
                      <a:gd name="T7" fmla="*/ 0 h 47"/>
                      <a:gd name="T8" fmla="*/ 16 w 16"/>
                      <a:gd name="T9" fmla="*/ 8 h 47"/>
                      <a:gd name="T10" fmla="*/ 16 w 16"/>
                      <a:gd name="T11" fmla="*/ 39 h 47"/>
                      <a:gd name="T12" fmla="*/ 8 w 16"/>
                      <a:gd name="T13" fmla="*/ 47 h 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6" h="47">
                        <a:moveTo>
                          <a:pt x="8" y="47"/>
                        </a:moveTo>
                        <a:cubicBezTo>
                          <a:pt x="4" y="47"/>
                          <a:pt x="0" y="44"/>
                          <a:pt x="0" y="39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4"/>
                          <a:pt x="4" y="0"/>
                          <a:pt x="8" y="0"/>
                        </a:cubicBezTo>
                        <a:cubicBezTo>
                          <a:pt x="12" y="0"/>
                          <a:pt x="16" y="4"/>
                          <a:pt x="16" y="8"/>
                        </a:cubicBezTo>
                        <a:cubicBezTo>
                          <a:pt x="16" y="39"/>
                          <a:pt x="16" y="39"/>
                          <a:pt x="16" y="39"/>
                        </a:cubicBezTo>
                        <a:cubicBezTo>
                          <a:pt x="16" y="44"/>
                          <a:pt x="12" y="47"/>
                          <a:pt x="8" y="4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91" name="出自【趣你的PPT】(微信:qunideppt)：最优质的PPT资源库"/>
                  <p:cNvSpPr>
                    <a:spLocks/>
                  </p:cNvSpPr>
                  <p:nvPr/>
                </p:nvSpPr>
                <p:spPr bwMode="auto">
                  <a:xfrm>
                    <a:off x="7062788" y="1562100"/>
                    <a:ext cx="39688" cy="123825"/>
                  </a:xfrm>
                  <a:custGeom>
                    <a:avLst/>
                    <a:gdLst>
                      <a:gd name="T0" fmla="*/ 8 w 15"/>
                      <a:gd name="T1" fmla="*/ 47 h 47"/>
                      <a:gd name="T2" fmla="*/ 0 w 15"/>
                      <a:gd name="T3" fmla="*/ 39 h 47"/>
                      <a:gd name="T4" fmla="*/ 0 w 15"/>
                      <a:gd name="T5" fmla="*/ 8 h 47"/>
                      <a:gd name="T6" fmla="*/ 8 w 15"/>
                      <a:gd name="T7" fmla="*/ 0 h 47"/>
                      <a:gd name="T8" fmla="*/ 15 w 15"/>
                      <a:gd name="T9" fmla="*/ 8 h 47"/>
                      <a:gd name="T10" fmla="*/ 15 w 15"/>
                      <a:gd name="T11" fmla="*/ 39 h 47"/>
                      <a:gd name="T12" fmla="*/ 8 w 15"/>
                      <a:gd name="T13" fmla="*/ 47 h 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5" h="47">
                        <a:moveTo>
                          <a:pt x="8" y="47"/>
                        </a:moveTo>
                        <a:cubicBezTo>
                          <a:pt x="3" y="47"/>
                          <a:pt x="0" y="44"/>
                          <a:pt x="0" y="39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4"/>
                          <a:pt x="3" y="0"/>
                          <a:pt x="8" y="0"/>
                        </a:cubicBezTo>
                        <a:cubicBezTo>
                          <a:pt x="12" y="0"/>
                          <a:pt x="15" y="4"/>
                          <a:pt x="15" y="8"/>
                        </a:cubicBezTo>
                        <a:cubicBezTo>
                          <a:pt x="15" y="39"/>
                          <a:pt x="15" y="39"/>
                          <a:pt x="15" y="39"/>
                        </a:cubicBezTo>
                        <a:cubicBezTo>
                          <a:pt x="15" y="44"/>
                          <a:pt x="12" y="47"/>
                          <a:pt x="8" y="4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92" name="出自【趣你的PPT】(微信:qunideppt)：最优质的PPT资源库"/>
                  <p:cNvSpPr>
                    <a:spLocks/>
                  </p:cNvSpPr>
                  <p:nvPr/>
                </p:nvSpPr>
                <p:spPr bwMode="auto">
                  <a:xfrm>
                    <a:off x="7138988" y="1562100"/>
                    <a:ext cx="39688" cy="123825"/>
                  </a:xfrm>
                  <a:custGeom>
                    <a:avLst/>
                    <a:gdLst>
                      <a:gd name="T0" fmla="*/ 7 w 15"/>
                      <a:gd name="T1" fmla="*/ 47 h 47"/>
                      <a:gd name="T2" fmla="*/ 0 w 15"/>
                      <a:gd name="T3" fmla="*/ 39 h 47"/>
                      <a:gd name="T4" fmla="*/ 0 w 15"/>
                      <a:gd name="T5" fmla="*/ 8 h 47"/>
                      <a:gd name="T6" fmla="*/ 7 w 15"/>
                      <a:gd name="T7" fmla="*/ 0 h 47"/>
                      <a:gd name="T8" fmla="*/ 15 w 15"/>
                      <a:gd name="T9" fmla="*/ 8 h 47"/>
                      <a:gd name="T10" fmla="*/ 15 w 15"/>
                      <a:gd name="T11" fmla="*/ 39 h 47"/>
                      <a:gd name="T12" fmla="*/ 7 w 15"/>
                      <a:gd name="T13" fmla="*/ 47 h 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5" h="47">
                        <a:moveTo>
                          <a:pt x="7" y="47"/>
                        </a:moveTo>
                        <a:cubicBezTo>
                          <a:pt x="3" y="47"/>
                          <a:pt x="0" y="44"/>
                          <a:pt x="0" y="39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4"/>
                          <a:pt x="3" y="0"/>
                          <a:pt x="7" y="0"/>
                        </a:cubicBezTo>
                        <a:cubicBezTo>
                          <a:pt x="12" y="0"/>
                          <a:pt x="15" y="4"/>
                          <a:pt x="15" y="8"/>
                        </a:cubicBezTo>
                        <a:cubicBezTo>
                          <a:pt x="15" y="39"/>
                          <a:pt x="15" y="39"/>
                          <a:pt x="15" y="39"/>
                        </a:cubicBezTo>
                        <a:cubicBezTo>
                          <a:pt x="15" y="44"/>
                          <a:pt x="12" y="47"/>
                          <a:pt x="7" y="4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93" name="出自【趣你的PPT】(微信:qunideppt)：最优质的PPT资源库"/>
                  <p:cNvSpPr>
                    <a:spLocks/>
                  </p:cNvSpPr>
                  <p:nvPr/>
                </p:nvSpPr>
                <p:spPr bwMode="auto">
                  <a:xfrm>
                    <a:off x="7212013" y="1562100"/>
                    <a:ext cx="42863" cy="123825"/>
                  </a:xfrm>
                  <a:custGeom>
                    <a:avLst/>
                    <a:gdLst>
                      <a:gd name="T0" fmla="*/ 8 w 16"/>
                      <a:gd name="T1" fmla="*/ 47 h 47"/>
                      <a:gd name="T2" fmla="*/ 0 w 16"/>
                      <a:gd name="T3" fmla="*/ 39 h 47"/>
                      <a:gd name="T4" fmla="*/ 0 w 16"/>
                      <a:gd name="T5" fmla="*/ 8 h 47"/>
                      <a:gd name="T6" fmla="*/ 8 w 16"/>
                      <a:gd name="T7" fmla="*/ 0 h 47"/>
                      <a:gd name="T8" fmla="*/ 16 w 16"/>
                      <a:gd name="T9" fmla="*/ 8 h 47"/>
                      <a:gd name="T10" fmla="*/ 16 w 16"/>
                      <a:gd name="T11" fmla="*/ 39 h 47"/>
                      <a:gd name="T12" fmla="*/ 8 w 16"/>
                      <a:gd name="T13" fmla="*/ 47 h 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6" h="47">
                        <a:moveTo>
                          <a:pt x="8" y="47"/>
                        </a:moveTo>
                        <a:cubicBezTo>
                          <a:pt x="4" y="47"/>
                          <a:pt x="0" y="44"/>
                          <a:pt x="0" y="39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4"/>
                          <a:pt x="4" y="0"/>
                          <a:pt x="8" y="0"/>
                        </a:cubicBezTo>
                        <a:cubicBezTo>
                          <a:pt x="12" y="0"/>
                          <a:pt x="16" y="4"/>
                          <a:pt x="16" y="8"/>
                        </a:cubicBezTo>
                        <a:cubicBezTo>
                          <a:pt x="16" y="39"/>
                          <a:pt x="16" y="39"/>
                          <a:pt x="16" y="39"/>
                        </a:cubicBezTo>
                        <a:cubicBezTo>
                          <a:pt x="16" y="44"/>
                          <a:pt x="12" y="47"/>
                          <a:pt x="8" y="4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94" name="出自【趣你的PPT】(微信:qunideppt)：最优质的PPT资源库"/>
                  <p:cNvSpPr>
                    <a:spLocks/>
                  </p:cNvSpPr>
                  <p:nvPr/>
                </p:nvSpPr>
                <p:spPr bwMode="auto">
                  <a:xfrm>
                    <a:off x="7010400" y="1422400"/>
                    <a:ext cx="220663" cy="66675"/>
                  </a:xfrm>
                  <a:custGeom>
                    <a:avLst/>
                    <a:gdLst>
                      <a:gd name="T0" fmla="*/ 84 w 84"/>
                      <a:gd name="T1" fmla="*/ 25 h 25"/>
                      <a:gd name="T2" fmla="*/ 52 w 84"/>
                      <a:gd name="T3" fmla="*/ 4 h 25"/>
                      <a:gd name="T4" fmla="*/ 32 w 84"/>
                      <a:gd name="T5" fmla="*/ 4 h 25"/>
                      <a:gd name="T6" fmla="*/ 18 w 84"/>
                      <a:gd name="T7" fmla="*/ 13 h 25"/>
                      <a:gd name="T8" fmla="*/ 0 w 84"/>
                      <a:gd name="T9" fmla="*/ 25 h 25"/>
                      <a:gd name="T10" fmla="*/ 84 w 84"/>
                      <a:gd name="T11" fmla="*/ 25 h 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84" h="25">
                        <a:moveTo>
                          <a:pt x="84" y="25"/>
                        </a:moveTo>
                        <a:cubicBezTo>
                          <a:pt x="52" y="4"/>
                          <a:pt x="52" y="4"/>
                          <a:pt x="52" y="4"/>
                        </a:cubicBezTo>
                        <a:cubicBezTo>
                          <a:pt x="46" y="0"/>
                          <a:pt x="38" y="0"/>
                          <a:pt x="32" y="4"/>
                        </a:cubicBezTo>
                        <a:cubicBezTo>
                          <a:pt x="18" y="13"/>
                          <a:pt x="18" y="13"/>
                          <a:pt x="18" y="13"/>
                        </a:cubicBezTo>
                        <a:cubicBezTo>
                          <a:pt x="0" y="25"/>
                          <a:pt x="0" y="25"/>
                          <a:pt x="0" y="25"/>
                        </a:cubicBezTo>
                        <a:lnTo>
                          <a:pt x="84" y="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95" name="出自【趣你的PPT】(微信:qunideppt)：最优质的PPT资源库"/>
                  <p:cNvSpPr>
                    <a:spLocks/>
                  </p:cNvSpPr>
                  <p:nvPr/>
                </p:nvSpPr>
                <p:spPr bwMode="auto">
                  <a:xfrm>
                    <a:off x="6962775" y="1509713"/>
                    <a:ext cx="315913" cy="41275"/>
                  </a:xfrm>
                  <a:custGeom>
                    <a:avLst/>
                    <a:gdLst>
                      <a:gd name="T0" fmla="*/ 120 w 120"/>
                      <a:gd name="T1" fmla="*/ 8 h 16"/>
                      <a:gd name="T2" fmla="*/ 112 w 120"/>
                      <a:gd name="T3" fmla="*/ 16 h 16"/>
                      <a:gd name="T4" fmla="*/ 8 w 120"/>
                      <a:gd name="T5" fmla="*/ 16 h 16"/>
                      <a:gd name="T6" fmla="*/ 0 w 120"/>
                      <a:gd name="T7" fmla="*/ 8 h 16"/>
                      <a:gd name="T8" fmla="*/ 8 w 120"/>
                      <a:gd name="T9" fmla="*/ 0 h 16"/>
                      <a:gd name="T10" fmla="*/ 112 w 120"/>
                      <a:gd name="T11" fmla="*/ 0 h 16"/>
                      <a:gd name="T12" fmla="*/ 120 w 120"/>
                      <a:gd name="T13" fmla="*/ 8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20" h="16">
                        <a:moveTo>
                          <a:pt x="120" y="8"/>
                        </a:moveTo>
                        <a:cubicBezTo>
                          <a:pt x="120" y="12"/>
                          <a:pt x="116" y="16"/>
                          <a:pt x="112" y="16"/>
                        </a:cubicBezTo>
                        <a:cubicBezTo>
                          <a:pt x="8" y="16"/>
                          <a:pt x="8" y="16"/>
                          <a:pt x="8" y="16"/>
                        </a:cubicBezTo>
                        <a:cubicBezTo>
                          <a:pt x="4" y="16"/>
                          <a:pt x="0" y="12"/>
                          <a:pt x="0" y="8"/>
                        </a:cubicBezTo>
                        <a:cubicBezTo>
                          <a:pt x="0" y="3"/>
                          <a:pt x="4" y="0"/>
                          <a:pt x="8" y="0"/>
                        </a:cubicBezTo>
                        <a:cubicBezTo>
                          <a:pt x="112" y="0"/>
                          <a:pt x="112" y="0"/>
                          <a:pt x="112" y="0"/>
                        </a:cubicBezTo>
                        <a:cubicBezTo>
                          <a:pt x="116" y="0"/>
                          <a:pt x="120" y="3"/>
                          <a:pt x="120" y="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</p:grpSp>
            <p:sp>
              <p:nvSpPr>
                <p:cNvPr id="88" name="出自【趣你的PPT】(微信:qunideppt)：最优质的PPT资源库"/>
                <p:cNvSpPr txBox="1"/>
                <p:nvPr/>
              </p:nvSpPr>
              <p:spPr>
                <a:xfrm>
                  <a:off x="4021063" y="2841848"/>
                  <a:ext cx="137160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b="1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软件项目开发</a:t>
                  </a:r>
                </a:p>
              </p:txBody>
            </p:sp>
          </p:grpSp>
        </p:grpSp>
        <p:grpSp>
          <p:nvGrpSpPr>
            <p:cNvPr id="42" name="组合 41"/>
            <p:cNvGrpSpPr/>
            <p:nvPr/>
          </p:nvGrpSpPr>
          <p:grpSpPr>
            <a:xfrm>
              <a:off x="5717010" y="1835033"/>
              <a:ext cx="2216853" cy="2216853"/>
              <a:chOff x="5717010" y="1835033"/>
              <a:chExt cx="2216853" cy="2216853"/>
            </a:xfrm>
          </p:grpSpPr>
          <p:sp>
            <p:nvSpPr>
              <p:cNvPr id="75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5717010" y="1835033"/>
                <a:ext cx="2216853" cy="2216853"/>
              </a:xfrm>
              <a:custGeom>
                <a:avLst/>
                <a:gdLst>
                  <a:gd name="T0" fmla="*/ 988 w 1715"/>
                  <a:gd name="T1" fmla="*/ 1715 h 1715"/>
                  <a:gd name="T2" fmla="*/ 0 w 1715"/>
                  <a:gd name="T3" fmla="*/ 1715 h 1715"/>
                  <a:gd name="T4" fmla="*/ 0 w 1715"/>
                  <a:gd name="T5" fmla="*/ 727 h 1715"/>
                  <a:gd name="T6" fmla="*/ 727 w 1715"/>
                  <a:gd name="T7" fmla="*/ 0 h 1715"/>
                  <a:gd name="T8" fmla="*/ 1715 w 1715"/>
                  <a:gd name="T9" fmla="*/ 986 h 1715"/>
                  <a:gd name="T10" fmla="*/ 988 w 1715"/>
                  <a:gd name="T11" fmla="*/ 1715 h 17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15" h="1715">
                    <a:moveTo>
                      <a:pt x="988" y="1715"/>
                    </a:moveTo>
                    <a:lnTo>
                      <a:pt x="0" y="1715"/>
                    </a:lnTo>
                    <a:lnTo>
                      <a:pt x="0" y="727"/>
                    </a:lnTo>
                    <a:lnTo>
                      <a:pt x="727" y="0"/>
                    </a:lnTo>
                    <a:lnTo>
                      <a:pt x="1715" y="986"/>
                    </a:lnTo>
                    <a:lnTo>
                      <a:pt x="988" y="1715"/>
                    </a:lnTo>
                    <a:close/>
                  </a:path>
                </a:pathLst>
              </a:custGeom>
              <a:solidFill>
                <a:srgbClr val="F472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5717010" y="1835033"/>
                <a:ext cx="2216853" cy="2216853"/>
              </a:xfrm>
              <a:custGeom>
                <a:avLst/>
                <a:gdLst>
                  <a:gd name="T0" fmla="*/ 988 w 1715"/>
                  <a:gd name="T1" fmla="*/ 1715 h 1715"/>
                  <a:gd name="T2" fmla="*/ 0 w 1715"/>
                  <a:gd name="T3" fmla="*/ 1715 h 1715"/>
                  <a:gd name="T4" fmla="*/ 0 w 1715"/>
                  <a:gd name="T5" fmla="*/ 727 h 1715"/>
                  <a:gd name="T6" fmla="*/ 727 w 1715"/>
                  <a:gd name="T7" fmla="*/ 0 h 1715"/>
                  <a:gd name="T8" fmla="*/ 1715 w 1715"/>
                  <a:gd name="T9" fmla="*/ 986 h 1715"/>
                  <a:gd name="T10" fmla="*/ 988 w 1715"/>
                  <a:gd name="T11" fmla="*/ 1715 h 17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15" h="1715">
                    <a:moveTo>
                      <a:pt x="988" y="1715"/>
                    </a:moveTo>
                    <a:lnTo>
                      <a:pt x="0" y="1715"/>
                    </a:lnTo>
                    <a:lnTo>
                      <a:pt x="0" y="727"/>
                    </a:lnTo>
                    <a:lnTo>
                      <a:pt x="727" y="0"/>
                    </a:lnTo>
                    <a:lnTo>
                      <a:pt x="1715" y="986"/>
                    </a:lnTo>
                    <a:lnTo>
                      <a:pt x="988" y="171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77" name="组合 76"/>
              <p:cNvGrpSpPr/>
              <p:nvPr/>
            </p:nvGrpSpPr>
            <p:grpSpPr>
              <a:xfrm>
                <a:off x="6477013" y="2383861"/>
                <a:ext cx="440909" cy="368182"/>
                <a:chOff x="9478963" y="1489075"/>
                <a:chExt cx="307975" cy="257176"/>
              </a:xfrm>
            </p:grpSpPr>
            <p:sp>
              <p:nvSpPr>
                <p:cNvPr id="79" name="出自【趣你的PPT】(微信:qunideppt)：最优质的PPT资源库"/>
                <p:cNvSpPr>
                  <a:spLocks/>
                </p:cNvSpPr>
                <p:nvPr/>
              </p:nvSpPr>
              <p:spPr bwMode="auto">
                <a:xfrm>
                  <a:off x="9478963" y="1706563"/>
                  <a:ext cx="307975" cy="39688"/>
                </a:xfrm>
                <a:custGeom>
                  <a:avLst/>
                  <a:gdLst>
                    <a:gd name="T0" fmla="*/ 118 w 118"/>
                    <a:gd name="T1" fmla="*/ 7 h 15"/>
                    <a:gd name="T2" fmla="*/ 110 w 118"/>
                    <a:gd name="T3" fmla="*/ 15 h 15"/>
                    <a:gd name="T4" fmla="*/ 7 w 118"/>
                    <a:gd name="T5" fmla="*/ 15 h 15"/>
                    <a:gd name="T6" fmla="*/ 0 w 118"/>
                    <a:gd name="T7" fmla="*/ 7 h 15"/>
                    <a:gd name="T8" fmla="*/ 7 w 118"/>
                    <a:gd name="T9" fmla="*/ 0 h 15"/>
                    <a:gd name="T10" fmla="*/ 110 w 118"/>
                    <a:gd name="T11" fmla="*/ 0 h 15"/>
                    <a:gd name="T12" fmla="*/ 118 w 118"/>
                    <a:gd name="T13" fmla="*/ 7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8" h="15">
                      <a:moveTo>
                        <a:pt x="118" y="7"/>
                      </a:moveTo>
                      <a:cubicBezTo>
                        <a:pt x="118" y="12"/>
                        <a:pt x="115" y="15"/>
                        <a:pt x="110" y="15"/>
                      </a:cubicBezTo>
                      <a:cubicBezTo>
                        <a:pt x="7" y="15"/>
                        <a:pt x="7" y="15"/>
                        <a:pt x="7" y="15"/>
                      </a:cubicBezTo>
                      <a:cubicBezTo>
                        <a:pt x="3" y="15"/>
                        <a:pt x="0" y="12"/>
                        <a:pt x="0" y="7"/>
                      </a:cubicBez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110" y="0"/>
                        <a:pt x="110" y="0"/>
                        <a:pt x="110" y="0"/>
                      </a:cubicBezTo>
                      <a:cubicBezTo>
                        <a:pt x="115" y="0"/>
                        <a:pt x="118" y="3"/>
                        <a:pt x="118" y="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0" name="出自【趣你的PPT】(微信:qunideppt)：最优质的PPT资源库"/>
                <p:cNvSpPr>
                  <a:spLocks/>
                </p:cNvSpPr>
                <p:nvPr/>
              </p:nvSpPr>
              <p:spPr bwMode="auto">
                <a:xfrm>
                  <a:off x="9504363" y="1562100"/>
                  <a:ext cx="41275" cy="123825"/>
                </a:xfrm>
                <a:custGeom>
                  <a:avLst/>
                  <a:gdLst>
                    <a:gd name="T0" fmla="*/ 8 w 16"/>
                    <a:gd name="T1" fmla="*/ 47 h 47"/>
                    <a:gd name="T2" fmla="*/ 0 w 16"/>
                    <a:gd name="T3" fmla="*/ 39 h 47"/>
                    <a:gd name="T4" fmla="*/ 0 w 16"/>
                    <a:gd name="T5" fmla="*/ 8 h 47"/>
                    <a:gd name="T6" fmla="*/ 8 w 16"/>
                    <a:gd name="T7" fmla="*/ 0 h 47"/>
                    <a:gd name="T8" fmla="*/ 16 w 16"/>
                    <a:gd name="T9" fmla="*/ 8 h 47"/>
                    <a:gd name="T10" fmla="*/ 16 w 16"/>
                    <a:gd name="T11" fmla="*/ 39 h 47"/>
                    <a:gd name="T12" fmla="*/ 8 w 16"/>
                    <a:gd name="T13" fmla="*/ 47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6" h="47">
                      <a:moveTo>
                        <a:pt x="8" y="47"/>
                      </a:moveTo>
                      <a:cubicBezTo>
                        <a:pt x="4" y="47"/>
                        <a:pt x="0" y="44"/>
                        <a:pt x="0" y="3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8" y="0"/>
                      </a:cubicBezTo>
                      <a:cubicBezTo>
                        <a:pt x="12" y="0"/>
                        <a:pt x="16" y="4"/>
                        <a:pt x="16" y="8"/>
                      </a:cubicBezTo>
                      <a:cubicBezTo>
                        <a:pt x="16" y="39"/>
                        <a:pt x="16" y="39"/>
                        <a:pt x="16" y="39"/>
                      </a:cubicBezTo>
                      <a:cubicBezTo>
                        <a:pt x="16" y="44"/>
                        <a:pt x="12" y="47"/>
                        <a:pt x="8" y="4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1" name="出自【趣你的PPT】(微信:qunideppt)：最优质的PPT资源库"/>
                <p:cNvSpPr>
                  <a:spLocks/>
                </p:cNvSpPr>
                <p:nvPr/>
              </p:nvSpPr>
              <p:spPr bwMode="auto">
                <a:xfrm>
                  <a:off x="9577388" y="1525588"/>
                  <a:ext cx="42863" cy="160338"/>
                </a:xfrm>
                <a:custGeom>
                  <a:avLst/>
                  <a:gdLst>
                    <a:gd name="T0" fmla="*/ 8 w 16"/>
                    <a:gd name="T1" fmla="*/ 61 h 61"/>
                    <a:gd name="T2" fmla="*/ 0 w 16"/>
                    <a:gd name="T3" fmla="*/ 53 h 61"/>
                    <a:gd name="T4" fmla="*/ 0 w 16"/>
                    <a:gd name="T5" fmla="*/ 8 h 61"/>
                    <a:gd name="T6" fmla="*/ 8 w 16"/>
                    <a:gd name="T7" fmla="*/ 0 h 61"/>
                    <a:gd name="T8" fmla="*/ 16 w 16"/>
                    <a:gd name="T9" fmla="*/ 8 h 61"/>
                    <a:gd name="T10" fmla="*/ 16 w 16"/>
                    <a:gd name="T11" fmla="*/ 53 h 61"/>
                    <a:gd name="T12" fmla="*/ 8 w 16"/>
                    <a:gd name="T13" fmla="*/ 61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6" h="61">
                      <a:moveTo>
                        <a:pt x="8" y="61"/>
                      </a:moveTo>
                      <a:cubicBezTo>
                        <a:pt x="3" y="61"/>
                        <a:pt x="0" y="58"/>
                        <a:pt x="0" y="53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3" y="0"/>
                        <a:pt x="8" y="0"/>
                      </a:cubicBezTo>
                      <a:cubicBezTo>
                        <a:pt x="12" y="0"/>
                        <a:pt x="16" y="4"/>
                        <a:pt x="16" y="8"/>
                      </a:cubicBezTo>
                      <a:cubicBezTo>
                        <a:pt x="16" y="53"/>
                        <a:pt x="16" y="53"/>
                        <a:pt x="16" y="53"/>
                      </a:cubicBezTo>
                      <a:cubicBezTo>
                        <a:pt x="16" y="58"/>
                        <a:pt x="12" y="61"/>
                        <a:pt x="8" y="6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2" name="出自【趣你的PPT】(微信:qunideppt)：最优质的PPT资源库"/>
                <p:cNvSpPr>
                  <a:spLocks/>
                </p:cNvSpPr>
                <p:nvPr/>
              </p:nvSpPr>
              <p:spPr bwMode="auto">
                <a:xfrm>
                  <a:off x="9652000" y="1489075"/>
                  <a:ext cx="38100" cy="196850"/>
                </a:xfrm>
                <a:custGeom>
                  <a:avLst/>
                  <a:gdLst>
                    <a:gd name="T0" fmla="*/ 8 w 15"/>
                    <a:gd name="T1" fmla="*/ 75 h 75"/>
                    <a:gd name="T2" fmla="*/ 0 w 15"/>
                    <a:gd name="T3" fmla="*/ 67 h 75"/>
                    <a:gd name="T4" fmla="*/ 0 w 15"/>
                    <a:gd name="T5" fmla="*/ 8 h 75"/>
                    <a:gd name="T6" fmla="*/ 8 w 15"/>
                    <a:gd name="T7" fmla="*/ 0 h 75"/>
                    <a:gd name="T8" fmla="*/ 15 w 15"/>
                    <a:gd name="T9" fmla="*/ 8 h 75"/>
                    <a:gd name="T10" fmla="*/ 15 w 15"/>
                    <a:gd name="T11" fmla="*/ 67 h 75"/>
                    <a:gd name="T12" fmla="*/ 8 w 15"/>
                    <a:gd name="T13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" h="75">
                      <a:moveTo>
                        <a:pt x="8" y="75"/>
                      </a:moveTo>
                      <a:cubicBezTo>
                        <a:pt x="3" y="75"/>
                        <a:pt x="0" y="72"/>
                        <a:pt x="0" y="67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3"/>
                        <a:pt x="3" y="0"/>
                        <a:pt x="8" y="0"/>
                      </a:cubicBezTo>
                      <a:cubicBezTo>
                        <a:pt x="12" y="0"/>
                        <a:pt x="15" y="3"/>
                        <a:pt x="15" y="8"/>
                      </a:cubicBezTo>
                      <a:cubicBezTo>
                        <a:pt x="15" y="67"/>
                        <a:pt x="15" y="67"/>
                        <a:pt x="15" y="67"/>
                      </a:cubicBezTo>
                      <a:cubicBezTo>
                        <a:pt x="15" y="72"/>
                        <a:pt x="12" y="75"/>
                        <a:pt x="8" y="7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3" name="出自【趣你的PPT】(微信:qunideppt)：最优质的PPT资源库"/>
                <p:cNvSpPr>
                  <a:spLocks/>
                </p:cNvSpPr>
                <p:nvPr/>
              </p:nvSpPr>
              <p:spPr bwMode="auto">
                <a:xfrm>
                  <a:off x="9725025" y="1498600"/>
                  <a:ext cx="39688" cy="187325"/>
                </a:xfrm>
                <a:custGeom>
                  <a:avLst/>
                  <a:gdLst>
                    <a:gd name="T0" fmla="*/ 7 w 15"/>
                    <a:gd name="T1" fmla="*/ 71 h 71"/>
                    <a:gd name="T2" fmla="*/ 0 w 15"/>
                    <a:gd name="T3" fmla="*/ 63 h 71"/>
                    <a:gd name="T4" fmla="*/ 0 w 15"/>
                    <a:gd name="T5" fmla="*/ 8 h 71"/>
                    <a:gd name="T6" fmla="*/ 7 w 15"/>
                    <a:gd name="T7" fmla="*/ 0 h 71"/>
                    <a:gd name="T8" fmla="*/ 15 w 15"/>
                    <a:gd name="T9" fmla="*/ 8 h 71"/>
                    <a:gd name="T10" fmla="*/ 15 w 15"/>
                    <a:gd name="T11" fmla="*/ 63 h 71"/>
                    <a:gd name="T12" fmla="*/ 7 w 15"/>
                    <a:gd name="T13" fmla="*/ 71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" h="71">
                      <a:moveTo>
                        <a:pt x="7" y="71"/>
                      </a:moveTo>
                      <a:cubicBezTo>
                        <a:pt x="3" y="71"/>
                        <a:pt x="0" y="68"/>
                        <a:pt x="0" y="63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12" y="0"/>
                        <a:pt x="15" y="3"/>
                        <a:pt x="15" y="8"/>
                      </a:cubicBezTo>
                      <a:cubicBezTo>
                        <a:pt x="15" y="63"/>
                        <a:pt x="15" y="63"/>
                        <a:pt x="15" y="63"/>
                      </a:cubicBezTo>
                      <a:cubicBezTo>
                        <a:pt x="15" y="68"/>
                        <a:pt x="12" y="71"/>
                        <a:pt x="7" y="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78" name="出自【趣你的PPT】(微信:qunideppt)：最优质的PPT资源库"/>
              <p:cNvSpPr txBox="1"/>
              <p:nvPr/>
            </p:nvSpPr>
            <p:spPr>
              <a:xfrm>
                <a:off x="6171894" y="2841848"/>
                <a:ext cx="1371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平时成绩</a:t>
                </a: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5715718" y="4146248"/>
              <a:ext cx="2209097" cy="2209097"/>
              <a:chOff x="5715718" y="4146248"/>
              <a:chExt cx="2209097" cy="2209097"/>
            </a:xfrm>
          </p:grpSpPr>
          <p:sp>
            <p:nvSpPr>
              <p:cNvPr id="64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5715718" y="4146248"/>
                <a:ext cx="2209097" cy="2209097"/>
              </a:xfrm>
              <a:custGeom>
                <a:avLst/>
                <a:gdLst>
                  <a:gd name="T0" fmla="*/ 0 w 1709"/>
                  <a:gd name="T1" fmla="*/ 986 h 1709"/>
                  <a:gd name="T2" fmla="*/ 0 w 1709"/>
                  <a:gd name="T3" fmla="*/ 0 h 1709"/>
                  <a:gd name="T4" fmla="*/ 987 w 1709"/>
                  <a:gd name="T5" fmla="*/ 0 h 1709"/>
                  <a:gd name="T6" fmla="*/ 1709 w 1709"/>
                  <a:gd name="T7" fmla="*/ 722 h 1709"/>
                  <a:gd name="T8" fmla="*/ 721 w 1709"/>
                  <a:gd name="T9" fmla="*/ 1709 h 1709"/>
                  <a:gd name="T10" fmla="*/ 0 w 1709"/>
                  <a:gd name="T11" fmla="*/ 986 h 1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09" h="1709">
                    <a:moveTo>
                      <a:pt x="0" y="986"/>
                    </a:moveTo>
                    <a:lnTo>
                      <a:pt x="0" y="0"/>
                    </a:lnTo>
                    <a:lnTo>
                      <a:pt x="987" y="0"/>
                    </a:lnTo>
                    <a:lnTo>
                      <a:pt x="1709" y="722"/>
                    </a:lnTo>
                    <a:lnTo>
                      <a:pt x="721" y="1709"/>
                    </a:lnTo>
                    <a:lnTo>
                      <a:pt x="0" y="986"/>
                    </a:lnTo>
                    <a:close/>
                  </a:path>
                </a:pathLst>
              </a:custGeom>
              <a:solidFill>
                <a:srgbClr val="84C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5715718" y="4146248"/>
                <a:ext cx="2209097" cy="2209097"/>
              </a:xfrm>
              <a:custGeom>
                <a:avLst/>
                <a:gdLst>
                  <a:gd name="T0" fmla="*/ 0 w 1709"/>
                  <a:gd name="T1" fmla="*/ 986 h 1709"/>
                  <a:gd name="T2" fmla="*/ 0 w 1709"/>
                  <a:gd name="T3" fmla="*/ 0 h 1709"/>
                  <a:gd name="T4" fmla="*/ 987 w 1709"/>
                  <a:gd name="T5" fmla="*/ 0 h 1709"/>
                  <a:gd name="T6" fmla="*/ 1709 w 1709"/>
                  <a:gd name="T7" fmla="*/ 722 h 1709"/>
                  <a:gd name="T8" fmla="*/ 721 w 1709"/>
                  <a:gd name="T9" fmla="*/ 1709 h 1709"/>
                  <a:gd name="T10" fmla="*/ 0 w 1709"/>
                  <a:gd name="T11" fmla="*/ 986 h 1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09" h="1709">
                    <a:moveTo>
                      <a:pt x="0" y="986"/>
                    </a:moveTo>
                    <a:lnTo>
                      <a:pt x="0" y="0"/>
                    </a:lnTo>
                    <a:lnTo>
                      <a:pt x="987" y="0"/>
                    </a:lnTo>
                    <a:lnTo>
                      <a:pt x="1709" y="722"/>
                    </a:lnTo>
                    <a:lnTo>
                      <a:pt x="721" y="1709"/>
                    </a:lnTo>
                    <a:lnTo>
                      <a:pt x="0" y="98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66" name="组合 65"/>
              <p:cNvGrpSpPr/>
              <p:nvPr/>
            </p:nvGrpSpPr>
            <p:grpSpPr>
              <a:xfrm>
                <a:off x="6517663" y="4600714"/>
                <a:ext cx="456761" cy="461009"/>
                <a:chOff x="9488488" y="4192588"/>
                <a:chExt cx="341313" cy="344487"/>
              </a:xfrm>
            </p:grpSpPr>
            <p:sp>
              <p:nvSpPr>
                <p:cNvPr id="68" name="出自【趣你的PPT】(微信:qunideppt)：最优质的PPT资源库"/>
                <p:cNvSpPr>
                  <a:spLocks noEditPoints="1"/>
                </p:cNvSpPr>
                <p:nvPr/>
              </p:nvSpPr>
              <p:spPr bwMode="auto">
                <a:xfrm>
                  <a:off x="9567863" y="4206875"/>
                  <a:ext cx="182563" cy="330200"/>
                </a:xfrm>
                <a:custGeom>
                  <a:avLst/>
                  <a:gdLst>
                    <a:gd name="T0" fmla="*/ 35 w 70"/>
                    <a:gd name="T1" fmla="*/ 126 h 126"/>
                    <a:gd name="T2" fmla="*/ 0 w 70"/>
                    <a:gd name="T3" fmla="*/ 63 h 126"/>
                    <a:gd name="T4" fmla="*/ 35 w 70"/>
                    <a:gd name="T5" fmla="*/ 0 h 126"/>
                    <a:gd name="T6" fmla="*/ 70 w 70"/>
                    <a:gd name="T7" fmla="*/ 63 h 126"/>
                    <a:gd name="T8" fmla="*/ 35 w 70"/>
                    <a:gd name="T9" fmla="*/ 126 h 126"/>
                    <a:gd name="T10" fmla="*/ 35 w 70"/>
                    <a:gd name="T11" fmla="*/ 6 h 126"/>
                    <a:gd name="T12" fmla="*/ 6 w 70"/>
                    <a:gd name="T13" fmla="*/ 63 h 126"/>
                    <a:gd name="T14" fmla="*/ 35 w 70"/>
                    <a:gd name="T15" fmla="*/ 120 h 126"/>
                    <a:gd name="T16" fmla="*/ 64 w 70"/>
                    <a:gd name="T17" fmla="*/ 63 h 126"/>
                    <a:gd name="T18" fmla="*/ 35 w 70"/>
                    <a:gd name="T19" fmla="*/ 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0" h="126">
                      <a:moveTo>
                        <a:pt x="35" y="126"/>
                      </a:moveTo>
                      <a:cubicBezTo>
                        <a:pt x="15" y="126"/>
                        <a:pt x="0" y="98"/>
                        <a:pt x="0" y="63"/>
                      </a:cubicBezTo>
                      <a:cubicBezTo>
                        <a:pt x="0" y="27"/>
                        <a:pt x="15" y="0"/>
                        <a:pt x="35" y="0"/>
                      </a:cubicBezTo>
                      <a:cubicBezTo>
                        <a:pt x="55" y="0"/>
                        <a:pt x="70" y="27"/>
                        <a:pt x="70" y="63"/>
                      </a:cubicBezTo>
                      <a:cubicBezTo>
                        <a:pt x="70" y="98"/>
                        <a:pt x="55" y="126"/>
                        <a:pt x="35" y="126"/>
                      </a:cubicBezTo>
                      <a:close/>
                      <a:moveTo>
                        <a:pt x="35" y="6"/>
                      </a:moveTo>
                      <a:cubicBezTo>
                        <a:pt x="19" y="6"/>
                        <a:pt x="6" y="32"/>
                        <a:pt x="6" y="63"/>
                      </a:cubicBezTo>
                      <a:cubicBezTo>
                        <a:pt x="6" y="93"/>
                        <a:pt x="19" y="120"/>
                        <a:pt x="35" y="120"/>
                      </a:cubicBezTo>
                      <a:cubicBezTo>
                        <a:pt x="51" y="120"/>
                        <a:pt x="64" y="93"/>
                        <a:pt x="64" y="63"/>
                      </a:cubicBezTo>
                      <a:cubicBezTo>
                        <a:pt x="64" y="32"/>
                        <a:pt x="51" y="6"/>
                        <a:pt x="35" y="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9" name="出自【趣你的PPT】(微信:qunideppt)：最优质的PPT资源库"/>
                <p:cNvSpPr>
                  <a:spLocks noEditPoints="1"/>
                </p:cNvSpPr>
                <p:nvPr/>
              </p:nvSpPr>
              <p:spPr bwMode="auto">
                <a:xfrm>
                  <a:off x="9488488" y="4260850"/>
                  <a:ext cx="341313" cy="219075"/>
                </a:xfrm>
                <a:custGeom>
                  <a:avLst/>
                  <a:gdLst>
                    <a:gd name="T0" fmla="*/ 40 w 130"/>
                    <a:gd name="T1" fmla="*/ 83 h 83"/>
                    <a:gd name="T2" fmla="*/ 8 w 130"/>
                    <a:gd name="T3" fmla="*/ 68 h 83"/>
                    <a:gd name="T4" fmla="*/ 50 w 130"/>
                    <a:gd name="T5" fmla="*/ 9 h 83"/>
                    <a:gd name="T6" fmla="*/ 90 w 130"/>
                    <a:gd name="T7" fmla="*/ 0 h 83"/>
                    <a:gd name="T8" fmla="*/ 122 w 130"/>
                    <a:gd name="T9" fmla="*/ 15 h 83"/>
                    <a:gd name="T10" fmla="*/ 80 w 130"/>
                    <a:gd name="T11" fmla="*/ 74 h 83"/>
                    <a:gd name="T12" fmla="*/ 40 w 130"/>
                    <a:gd name="T13" fmla="*/ 83 h 83"/>
                    <a:gd name="T14" fmla="*/ 90 w 130"/>
                    <a:gd name="T15" fmla="*/ 6 h 83"/>
                    <a:gd name="T16" fmla="*/ 53 w 130"/>
                    <a:gd name="T17" fmla="*/ 15 h 83"/>
                    <a:gd name="T18" fmla="*/ 13 w 130"/>
                    <a:gd name="T19" fmla="*/ 66 h 83"/>
                    <a:gd name="T20" fmla="*/ 40 w 130"/>
                    <a:gd name="T21" fmla="*/ 77 h 83"/>
                    <a:gd name="T22" fmla="*/ 77 w 130"/>
                    <a:gd name="T23" fmla="*/ 68 h 83"/>
                    <a:gd name="T24" fmla="*/ 117 w 130"/>
                    <a:gd name="T25" fmla="*/ 17 h 83"/>
                    <a:gd name="T26" fmla="*/ 90 w 130"/>
                    <a:gd name="T27" fmla="*/ 6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30" h="83">
                      <a:moveTo>
                        <a:pt x="40" y="83"/>
                      </a:moveTo>
                      <a:cubicBezTo>
                        <a:pt x="24" y="83"/>
                        <a:pt x="12" y="78"/>
                        <a:pt x="8" y="68"/>
                      </a:cubicBezTo>
                      <a:cubicBezTo>
                        <a:pt x="0" y="50"/>
                        <a:pt x="18" y="24"/>
                        <a:pt x="50" y="9"/>
                      </a:cubicBezTo>
                      <a:cubicBezTo>
                        <a:pt x="63" y="3"/>
                        <a:pt x="78" y="0"/>
                        <a:pt x="90" y="0"/>
                      </a:cubicBezTo>
                      <a:cubicBezTo>
                        <a:pt x="106" y="0"/>
                        <a:pt x="118" y="5"/>
                        <a:pt x="122" y="15"/>
                      </a:cubicBezTo>
                      <a:cubicBezTo>
                        <a:pt x="130" y="33"/>
                        <a:pt x="112" y="59"/>
                        <a:pt x="80" y="74"/>
                      </a:cubicBezTo>
                      <a:cubicBezTo>
                        <a:pt x="67" y="80"/>
                        <a:pt x="52" y="83"/>
                        <a:pt x="40" y="83"/>
                      </a:cubicBezTo>
                      <a:close/>
                      <a:moveTo>
                        <a:pt x="90" y="6"/>
                      </a:moveTo>
                      <a:cubicBezTo>
                        <a:pt x="79" y="6"/>
                        <a:pt x="65" y="9"/>
                        <a:pt x="53" y="15"/>
                      </a:cubicBezTo>
                      <a:cubicBezTo>
                        <a:pt x="25" y="28"/>
                        <a:pt x="7" y="51"/>
                        <a:pt x="13" y="66"/>
                      </a:cubicBezTo>
                      <a:cubicBezTo>
                        <a:pt x="17" y="73"/>
                        <a:pt x="26" y="77"/>
                        <a:pt x="40" y="77"/>
                      </a:cubicBezTo>
                      <a:cubicBezTo>
                        <a:pt x="51" y="77"/>
                        <a:pt x="65" y="74"/>
                        <a:pt x="77" y="68"/>
                      </a:cubicBezTo>
                      <a:cubicBezTo>
                        <a:pt x="105" y="55"/>
                        <a:pt x="123" y="32"/>
                        <a:pt x="117" y="17"/>
                      </a:cubicBezTo>
                      <a:cubicBezTo>
                        <a:pt x="113" y="10"/>
                        <a:pt x="104" y="6"/>
                        <a:pt x="90" y="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0" name="出自【趣你的PPT】(微信:qunideppt)：最优质的PPT资源库"/>
                <p:cNvSpPr>
                  <a:spLocks noEditPoints="1"/>
                </p:cNvSpPr>
                <p:nvPr/>
              </p:nvSpPr>
              <p:spPr bwMode="auto">
                <a:xfrm>
                  <a:off x="9493250" y="4267200"/>
                  <a:ext cx="331788" cy="206375"/>
                </a:xfrm>
                <a:custGeom>
                  <a:avLst/>
                  <a:gdLst>
                    <a:gd name="T0" fmla="*/ 85 w 126"/>
                    <a:gd name="T1" fmla="*/ 79 h 79"/>
                    <a:gd name="T2" fmla="*/ 51 w 126"/>
                    <a:gd name="T3" fmla="*/ 73 h 79"/>
                    <a:gd name="T4" fmla="*/ 13 w 126"/>
                    <a:gd name="T5" fmla="*/ 48 h 79"/>
                    <a:gd name="T6" fmla="*/ 4 w 126"/>
                    <a:gd name="T7" fmla="*/ 18 h 79"/>
                    <a:gd name="T8" fmla="*/ 41 w 126"/>
                    <a:gd name="T9" fmla="*/ 0 h 79"/>
                    <a:gd name="T10" fmla="*/ 75 w 126"/>
                    <a:gd name="T11" fmla="*/ 6 h 79"/>
                    <a:gd name="T12" fmla="*/ 113 w 126"/>
                    <a:gd name="T13" fmla="*/ 31 h 79"/>
                    <a:gd name="T14" fmla="*/ 122 w 126"/>
                    <a:gd name="T15" fmla="*/ 61 h 79"/>
                    <a:gd name="T16" fmla="*/ 85 w 126"/>
                    <a:gd name="T17" fmla="*/ 79 h 79"/>
                    <a:gd name="T18" fmla="*/ 41 w 126"/>
                    <a:gd name="T19" fmla="*/ 6 h 79"/>
                    <a:gd name="T20" fmla="*/ 9 w 126"/>
                    <a:gd name="T21" fmla="*/ 20 h 79"/>
                    <a:gd name="T22" fmla="*/ 18 w 126"/>
                    <a:gd name="T23" fmla="*/ 45 h 79"/>
                    <a:gd name="T24" fmla="*/ 53 w 126"/>
                    <a:gd name="T25" fmla="*/ 67 h 79"/>
                    <a:gd name="T26" fmla="*/ 85 w 126"/>
                    <a:gd name="T27" fmla="*/ 73 h 79"/>
                    <a:gd name="T28" fmla="*/ 117 w 126"/>
                    <a:gd name="T29" fmla="*/ 59 h 79"/>
                    <a:gd name="T30" fmla="*/ 108 w 126"/>
                    <a:gd name="T31" fmla="*/ 34 h 79"/>
                    <a:gd name="T32" fmla="*/ 73 w 126"/>
                    <a:gd name="T33" fmla="*/ 12 h 79"/>
                    <a:gd name="T34" fmla="*/ 41 w 126"/>
                    <a:gd name="T35" fmla="*/ 6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26" h="79">
                      <a:moveTo>
                        <a:pt x="85" y="79"/>
                      </a:moveTo>
                      <a:cubicBezTo>
                        <a:pt x="74" y="79"/>
                        <a:pt x="63" y="77"/>
                        <a:pt x="51" y="73"/>
                      </a:cubicBezTo>
                      <a:cubicBezTo>
                        <a:pt x="35" y="67"/>
                        <a:pt x="22" y="58"/>
                        <a:pt x="13" y="48"/>
                      </a:cubicBezTo>
                      <a:cubicBezTo>
                        <a:pt x="4" y="38"/>
                        <a:pt x="0" y="27"/>
                        <a:pt x="4" y="18"/>
                      </a:cubicBezTo>
                      <a:cubicBezTo>
                        <a:pt x="8" y="7"/>
                        <a:pt x="22" y="0"/>
                        <a:pt x="41" y="0"/>
                      </a:cubicBezTo>
                      <a:cubicBezTo>
                        <a:pt x="52" y="0"/>
                        <a:pt x="63" y="2"/>
                        <a:pt x="75" y="6"/>
                      </a:cubicBezTo>
                      <a:cubicBezTo>
                        <a:pt x="91" y="12"/>
                        <a:pt x="104" y="21"/>
                        <a:pt x="113" y="31"/>
                      </a:cubicBezTo>
                      <a:cubicBezTo>
                        <a:pt x="122" y="41"/>
                        <a:pt x="126" y="52"/>
                        <a:pt x="122" y="61"/>
                      </a:cubicBezTo>
                      <a:cubicBezTo>
                        <a:pt x="118" y="72"/>
                        <a:pt x="104" y="79"/>
                        <a:pt x="85" y="79"/>
                      </a:cubicBezTo>
                      <a:close/>
                      <a:moveTo>
                        <a:pt x="41" y="6"/>
                      </a:moveTo>
                      <a:cubicBezTo>
                        <a:pt x="24" y="6"/>
                        <a:pt x="13" y="11"/>
                        <a:pt x="9" y="20"/>
                      </a:cubicBezTo>
                      <a:cubicBezTo>
                        <a:pt x="7" y="27"/>
                        <a:pt x="10" y="36"/>
                        <a:pt x="18" y="45"/>
                      </a:cubicBezTo>
                      <a:cubicBezTo>
                        <a:pt x="26" y="54"/>
                        <a:pt x="38" y="62"/>
                        <a:pt x="53" y="67"/>
                      </a:cubicBezTo>
                      <a:cubicBezTo>
                        <a:pt x="64" y="71"/>
                        <a:pt x="75" y="73"/>
                        <a:pt x="85" y="73"/>
                      </a:cubicBezTo>
                      <a:cubicBezTo>
                        <a:pt x="102" y="73"/>
                        <a:pt x="113" y="68"/>
                        <a:pt x="117" y="59"/>
                      </a:cubicBezTo>
                      <a:cubicBezTo>
                        <a:pt x="119" y="52"/>
                        <a:pt x="116" y="43"/>
                        <a:pt x="108" y="34"/>
                      </a:cubicBezTo>
                      <a:cubicBezTo>
                        <a:pt x="100" y="25"/>
                        <a:pt x="88" y="17"/>
                        <a:pt x="73" y="12"/>
                      </a:cubicBezTo>
                      <a:cubicBezTo>
                        <a:pt x="62" y="8"/>
                        <a:pt x="51" y="6"/>
                        <a:pt x="41" y="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1" name="出自【趣你的PPT】(微信:qunideppt)：最优质的PPT资源库"/>
                <p:cNvSpPr>
                  <a:spLocks noChangeArrowheads="1"/>
                </p:cNvSpPr>
                <p:nvPr/>
              </p:nvSpPr>
              <p:spPr bwMode="auto">
                <a:xfrm>
                  <a:off x="9617075" y="4329113"/>
                  <a:ext cx="84138" cy="8413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2" name="出自【趣你的PPT】(微信:qunideppt)：最优质的PPT资源库"/>
                <p:cNvSpPr>
                  <a:spLocks noChangeArrowheads="1"/>
                </p:cNvSpPr>
                <p:nvPr/>
              </p:nvSpPr>
              <p:spPr bwMode="auto">
                <a:xfrm>
                  <a:off x="9785350" y="4413250"/>
                  <a:ext cx="41275" cy="4286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3" name="出自【趣你的PPT】(微信:qunideppt)：最优质的PPT资源库"/>
                <p:cNvSpPr>
                  <a:spLocks noChangeArrowheads="1"/>
                </p:cNvSpPr>
                <p:nvPr/>
              </p:nvSpPr>
              <p:spPr bwMode="auto">
                <a:xfrm>
                  <a:off x="9491663" y="4413250"/>
                  <a:ext cx="41275" cy="4286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4" name="出自【趣你的PPT】(微信:qunideppt)：最优质的PPT资源库"/>
                <p:cNvSpPr>
                  <a:spLocks noChangeArrowheads="1"/>
                </p:cNvSpPr>
                <p:nvPr/>
              </p:nvSpPr>
              <p:spPr bwMode="auto">
                <a:xfrm>
                  <a:off x="9637713" y="4192588"/>
                  <a:ext cx="42863" cy="4286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67" name="出自【趣你的PPT】(微信:qunideppt)：最优质的PPT资源库"/>
              <p:cNvSpPr txBox="1"/>
              <p:nvPr/>
            </p:nvSpPr>
            <p:spPr>
              <a:xfrm>
                <a:off x="6134466" y="5135199"/>
                <a:ext cx="1371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2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3417430" y="4146248"/>
              <a:ext cx="2210390" cy="2209097"/>
              <a:chOff x="3417430" y="4146248"/>
              <a:chExt cx="2210390" cy="2209097"/>
            </a:xfrm>
          </p:grpSpPr>
          <p:sp>
            <p:nvSpPr>
              <p:cNvPr id="50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3417430" y="4146248"/>
                <a:ext cx="2210390" cy="2209097"/>
              </a:xfrm>
              <a:custGeom>
                <a:avLst/>
                <a:gdLst>
                  <a:gd name="T0" fmla="*/ 1710 w 1710"/>
                  <a:gd name="T1" fmla="*/ 986 h 1709"/>
                  <a:gd name="T2" fmla="*/ 1710 w 1710"/>
                  <a:gd name="T3" fmla="*/ 0 h 1709"/>
                  <a:gd name="T4" fmla="*/ 722 w 1710"/>
                  <a:gd name="T5" fmla="*/ 0 h 1709"/>
                  <a:gd name="T6" fmla="*/ 0 w 1710"/>
                  <a:gd name="T7" fmla="*/ 722 h 1709"/>
                  <a:gd name="T8" fmla="*/ 988 w 1710"/>
                  <a:gd name="T9" fmla="*/ 1709 h 1709"/>
                  <a:gd name="T10" fmla="*/ 1710 w 1710"/>
                  <a:gd name="T11" fmla="*/ 986 h 1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10" h="1709">
                    <a:moveTo>
                      <a:pt x="1710" y="986"/>
                    </a:moveTo>
                    <a:lnTo>
                      <a:pt x="1710" y="0"/>
                    </a:lnTo>
                    <a:lnTo>
                      <a:pt x="722" y="0"/>
                    </a:lnTo>
                    <a:lnTo>
                      <a:pt x="0" y="722"/>
                    </a:lnTo>
                    <a:lnTo>
                      <a:pt x="988" y="1709"/>
                    </a:lnTo>
                    <a:lnTo>
                      <a:pt x="1710" y="986"/>
                    </a:lnTo>
                    <a:close/>
                  </a:path>
                </a:pathLst>
              </a:custGeom>
              <a:solidFill>
                <a:srgbClr val="F8D3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3417430" y="4146248"/>
                <a:ext cx="2210390" cy="2209097"/>
              </a:xfrm>
              <a:custGeom>
                <a:avLst/>
                <a:gdLst>
                  <a:gd name="T0" fmla="*/ 1710 w 1710"/>
                  <a:gd name="T1" fmla="*/ 986 h 1709"/>
                  <a:gd name="T2" fmla="*/ 1710 w 1710"/>
                  <a:gd name="T3" fmla="*/ 0 h 1709"/>
                  <a:gd name="T4" fmla="*/ 722 w 1710"/>
                  <a:gd name="T5" fmla="*/ 0 h 1709"/>
                  <a:gd name="T6" fmla="*/ 0 w 1710"/>
                  <a:gd name="T7" fmla="*/ 722 h 1709"/>
                  <a:gd name="T8" fmla="*/ 988 w 1710"/>
                  <a:gd name="T9" fmla="*/ 1709 h 1709"/>
                  <a:gd name="T10" fmla="*/ 1710 w 1710"/>
                  <a:gd name="T11" fmla="*/ 986 h 1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10" h="1709">
                    <a:moveTo>
                      <a:pt x="1710" y="986"/>
                    </a:moveTo>
                    <a:lnTo>
                      <a:pt x="1710" y="0"/>
                    </a:lnTo>
                    <a:lnTo>
                      <a:pt x="722" y="0"/>
                    </a:lnTo>
                    <a:lnTo>
                      <a:pt x="0" y="722"/>
                    </a:lnTo>
                    <a:lnTo>
                      <a:pt x="988" y="1709"/>
                    </a:lnTo>
                    <a:lnTo>
                      <a:pt x="1710" y="98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4349083" y="4641475"/>
                <a:ext cx="437906" cy="311193"/>
                <a:chOff x="6934200" y="4259263"/>
                <a:chExt cx="373063" cy="265113"/>
              </a:xfrm>
            </p:grpSpPr>
            <p:sp>
              <p:nvSpPr>
                <p:cNvPr id="54" name="出自【趣你的PPT】(微信:qunideppt)：最优质的PPT资源库"/>
                <p:cNvSpPr>
                  <a:spLocks noChangeArrowheads="1"/>
                </p:cNvSpPr>
                <p:nvPr/>
              </p:nvSpPr>
              <p:spPr bwMode="auto">
                <a:xfrm>
                  <a:off x="7094538" y="4395788"/>
                  <a:ext cx="52388" cy="5238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5" name="出自【趣你的PPT】(微信:qunideppt)：最优质的PPT资源库"/>
                <p:cNvSpPr>
                  <a:spLocks/>
                </p:cNvSpPr>
                <p:nvPr/>
              </p:nvSpPr>
              <p:spPr bwMode="auto">
                <a:xfrm>
                  <a:off x="7073900" y="4449763"/>
                  <a:ext cx="93663" cy="74613"/>
                </a:xfrm>
                <a:custGeom>
                  <a:avLst/>
                  <a:gdLst>
                    <a:gd name="T0" fmla="*/ 27 w 36"/>
                    <a:gd name="T1" fmla="*/ 0 h 28"/>
                    <a:gd name="T2" fmla="*/ 18 w 36"/>
                    <a:gd name="T3" fmla="*/ 11 h 28"/>
                    <a:gd name="T4" fmla="*/ 9 w 36"/>
                    <a:gd name="T5" fmla="*/ 0 h 28"/>
                    <a:gd name="T6" fmla="*/ 0 w 36"/>
                    <a:gd name="T7" fmla="*/ 18 h 28"/>
                    <a:gd name="T8" fmla="*/ 1 w 36"/>
                    <a:gd name="T9" fmla="*/ 26 h 28"/>
                    <a:gd name="T10" fmla="*/ 18 w 36"/>
                    <a:gd name="T11" fmla="*/ 28 h 28"/>
                    <a:gd name="T12" fmla="*/ 35 w 36"/>
                    <a:gd name="T13" fmla="*/ 26 h 28"/>
                    <a:gd name="T14" fmla="*/ 36 w 36"/>
                    <a:gd name="T15" fmla="*/ 18 h 28"/>
                    <a:gd name="T16" fmla="*/ 27 w 36"/>
                    <a:gd name="T17" fmla="*/ 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6" h="28">
                      <a:moveTo>
                        <a:pt x="27" y="0"/>
                      </a:moveTo>
                      <a:cubicBezTo>
                        <a:pt x="18" y="11"/>
                        <a:pt x="18" y="11"/>
                        <a:pt x="18" y="11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3" y="4"/>
                        <a:pt x="0" y="11"/>
                        <a:pt x="0" y="18"/>
                      </a:cubicBezTo>
                      <a:cubicBezTo>
                        <a:pt x="0" y="21"/>
                        <a:pt x="0" y="23"/>
                        <a:pt x="1" y="26"/>
                      </a:cubicBezTo>
                      <a:cubicBezTo>
                        <a:pt x="6" y="27"/>
                        <a:pt x="12" y="28"/>
                        <a:pt x="18" y="28"/>
                      </a:cubicBezTo>
                      <a:cubicBezTo>
                        <a:pt x="24" y="28"/>
                        <a:pt x="30" y="27"/>
                        <a:pt x="35" y="26"/>
                      </a:cubicBezTo>
                      <a:cubicBezTo>
                        <a:pt x="36" y="23"/>
                        <a:pt x="36" y="21"/>
                        <a:pt x="36" y="18"/>
                      </a:cubicBezTo>
                      <a:cubicBezTo>
                        <a:pt x="36" y="11"/>
                        <a:pt x="33" y="4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6" name="出自【趣你的PPT】(微信:qunideppt)：最优质的PPT资源库"/>
                <p:cNvSpPr>
                  <a:spLocks noChangeArrowheads="1"/>
                </p:cNvSpPr>
                <p:nvPr/>
              </p:nvSpPr>
              <p:spPr bwMode="auto">
                <a:xfrm>
                  <a:off x="6958013" y="4395788"/>
                  <a:ext cx="50800" cy="5238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7" name="出自【趣你的PPT】(微信:qunideppt)：最优质的PPT资源库"/>
                <p:cNvSpPr>
                  <a:spLocks/>
                </p:cNvSpPr>
                <p:nvPr/>
              </p:nvSpPr>
              <p:spPr bwMode="auto">
                <a:xfrm>
                  <a:off x="6934200" y="4449763"/>
                  <a:ext cx="96838" cy="74613"/>
                </a:xfrm>
                <a:custGeom>
                  <a:avLst/>
                  <a:gdLst>
                    <a:gd name="T0" fmla="*/ 28 w 37"/>
                    <a:gd name="T1" fmla="*/ 0 h 28"/>
                    <a:gd name="T2" fmla="*/ 19 w 37"/>
                    <a:gd name="T3" fmla="*/ 11 h 28"/>
                    <a:gd name="T4" fmla="*/ 9 w 37"/>
                    <a:gd name="T5" fmla="*/ 0 h 28"/>
                    <a:gd name="T6" fmla="*/ 0 w 37"/>
                    <a:gd name="T7" fmla="*/ 18 h 28"/>
                    <a:gd name="T8" fmla="*/ 1 w 37"/>
                    <a:gd name="T9" fmla="*/ 26 h 28"/>
                    <a:gd name="T10" fmla="*/ 19 w 37"/>
                    <a:gd name="T11" fmla="*/ 28 h 28"/>
                    <a:gd name="T12" fmla="*/ 36 w 37"/>
                    <a:gd name="T13" fmla="*/ 26 h 28"/>
                    <a:gd name="T14" fmla="*/ 37 w 37"/>
                    <a:gd name="T15" fmla="*/ 18 h 28"/>
                    <a:gd name="T16" fmla="*/ 28 w 37"/>
                    <a:gd name="T17" fmla="*/ 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7" h="28">
                      <a:moveTo>
                        <a:pt x="28" y="0"/>
                      </a:move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4" y="4"/>
                        <a:pt x="0" y="11"/>
                        <a:pt x="0" y="18"/>
                      </a:cubicBezTo>
                      <a:cubicBezTo>
                        <a:pt x="0" y="21"/>
                        <a:pt x="1" y="23"/>
                        <a:pt x="1" y="26"/>
                      </a:cubicBezTo>
                      <a:cubicBezTo>
                        <a:pt x="7" y="27"/>
                        <a:pt x="12" y="28"/>
                        <a:pt x="19" y="28"/>
                      </a:cubicBezTo>
                      <a:cubicBezTo>
                        <a:pt x="25" y="28"/>
                        <a:pt x="31" y="27"/>
                        <a:pt x="36" y="26"/>
                      </a:cubicBezTo>
                      <a:cubicBezTo>
                        <a:pt x="37" y="23"/>
                        <a:pt x="37" y="21"/>
                        <a:pt x="37" y="18"/>
                      </a:cubicBezTo>
                      <a:cubicBezTo>
                        <a:pt x="37" y="11"/>
                        <a:pt x="33" y="4"/>
                        <a:pt x="2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8" name="出自【趣你的PPT】(微信:qunideppt)：最优质的PPT资源库"/>
                <p:cNvSpPr>
                  <a:spLocks noChangeArrowheads="1"/>
                </p:cNvSpPr>
                <p:nvPr/>
              </p:nvSpPr>
              <p:spPr bwMode="auto">
                <a:xfrm>
                  <a:off x="7234238" y="4395788"/>
                  <a:ext cx="49213" cy="5238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9" name="出自【趣你的PPT】(微信:qunideppt)：最优质的PPT资源库"/>
                <p:cNvSpPr>
                  <a:spLocks/>
                </p:cNvSpPr>
                <p:nvPr/>
              </p:nvSpPr>
              <p:spPr bwMode="auto">
                <a:xfrm>
                  <a:off x="7210425" y="4449763"/>
                  <a:ext cx="96838" cy="74613"/>
                </a:xfrm>
                <a:custGeom>
                  <a:avLst/>
                  <a:gdLst>
                    <a:gd name="T0" fmla="*/ 28 w 37"/>
                    <a:gd name="T1" fmla="*/ 0 h 28"/>
                    <a:gd name="T2" fmla="*/ 18 w 37"/>
                    <a:gd name="T3" fmla="*/ 11 h 28"/>
                    <a:gd name="T4" fmla="*/ 9 w 37"/>
                    <a:gd name="T5" fmla="*/ 0 h 28"/>
                    <a:gd name="T6" fmla="*/ 0 w 37"/>
                    <a:gd name="T7" fmla="*/ 18 h 28"/>
                    <a:gd name="T8" fmla="*/ 1 w 37"/>
                    <a:gd name="T9" fmla="*/ 26 h 28"/>
                    <a:gd name="T10" fmla="*/ 18 w 37"/>
                    <a:gd name="T11" fmla="*/ 28 h 28"/>
                    <a:gd name="T12" fmla="*/ 36 w 37"/>
                    <a:gd name="T13" fmla="*/ 26 h 28"/>
                    <a:gd name="T14" fmla="*/ 37 w 37"/>
                    <a:gd name="T15" fmla="*/ 18 h 28"/>
                    <a:gd name="T16" fmla="*/ 28 w 37"/>
                    <a:gd name="T17" fmla="*/ 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7" h="28">
                      <a:moveTo>
                        <a:pt x="28" y="0"/>
                      </a:moveTo>
                      <a:cubicBezTo>
                        <a:pt x="18" y="11"/>
                        <a:pt x="18" y="11"/>
                        <a:pt x="18" y="11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4" y="4"/>
                        <a:pt x="0" y="11"/>
                        <a:pt x="0" y="18"/>
                      </a:cubicBezTo>
                      <a:cubicBezTo>
                        <a:pt x="0" y="21"/>
                        <a:pt x="0" y="23"/>
                        <a:pt x="1" y="26"/>
                      </a:cubicBezTo>
                      <a:cubicBezTo>
                        <a:pt x="6" y="27"/>
                        <a:pt x="12" y="28"/>
                        <a:pt x="18" y="28"/>
                      </a:cubicBezTo>
                      <a:cubicBezTo>
                        <a:pt x="25" y="28"/>
                        <a:pt x="30" y="27"/>
                        <a:pt x="36" y="26"/>
                      </a:cubicBezTo>
                      <a:cubicBezTo>
                        <a:pt x="36" y="23"/>
                        <a:pt x="37" y="21"/>
                        <a:pt x="37" y="18"/>
                      </a:cubicBezTo>
                      <a:cubicBezTo>
                        <a:pt x="37" y="11"/>
                        <a:pt x="33" y="4"/>
                        <a:pt x="2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0" name="出自【趣你的PPT】(微信:qunideppt)：最优质的PPT资源库"/>
                <p:cNvSpPr>
                  <a:spLocks noChangeArrowheads="1"/>
                </p:cNvSpPr>
                <p:nvPr/>
              </p:nvSpPr>
              <p:spPr bwMode="auto">
                <a:xfrm>
                  <a:off x="7026275" y="4259263"/>
                  <a:ext cx="52388" cy="5238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1" name="出自【趣你的PPT】(微信:qunideppt)：最优质的PPT资源库"/>
                <p:cNvSpPr>
                  <a:spLocks/>
                </p:cNvSpPr>
                <p:nvPr/>
              </p:nvSpPr>
              <p:spPr bwMode="auto">
                <a:xfrm>
                  <a:off x="7002463" y="4313238"/>
                  <a:ext cx="96838" cy="74613"/>
                </a:xfrm>
                <a:custGeom>
                  <a:avLst/>
                  <a:gdLst>
                    <a:gd name="T0" fmla="*/ 28 w 37"/>
                    <a:gd name="T1" fmla="*/ 0 h 28"/>
                    <a:gd name="T2" fmla="*/ 19 w 37"/>
                    <a:gd name="T3" fmla="*/ 11 h 28"/>
                    <a:gd name="T4" fmla="*/ 9 w 37"/>
                    <a:gd name="T5" fmla="*/ 0 h 28"/>
                    <a:gd name="T6" fmla="*/ 0 w 37"/>
                    <a:gd name="T7" fmla="*/ 18 h 28"/>
                    <a:gd name="T8" fmla="*/ 2 w 37"/>
                    <a:gd name="T9" fmla="*/ 26 h 28"/>
                    <a:gd name="T10" fmla="*/ 19 w 37"/>
                    <a:gd name="T11" fmla="*/ 28 h 28"/>
                    <a:gd name="T12" fmla="*/ 36 w 37"/>
                    <a:gd name="T13" fmla="*/ 26 h 28"/>
                    <a:gd name="T14" fmla="*/ 37 w 37"/>
                    <a:gd name="T15" fmla="*/ 18 h 28"/>
                    <a:gd name="T16" fmla="*/ 28 w 37"/>
                    <a:gd name="T17" fmla="*/ 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7" h="28">
                      <a:moveTo>
                        <a:pt x="28" y="0"/>
                      </a:move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4" y="4"/>
                        <a:pt x="0" y="11"/>
                        <a:pt x="0" y="18"/>
                      </a:cubicBezTo>
                      <a:cubicBezTo>
                        <a:pt x="0" y="21"/>
                        <a:pt x="1" y="23"/>
                        <a:pt x="2" y="26"/>
                      </a:cubicBezTo>
                      <a:cubicBezTo>
                        <a:pt x="7" y="27"/>
                        <a:pt x="13" y="28"/>
                        <a:pt x="19" y="28"/>
                      </a:cubicBezTo>
                      <a:cubicBezTo>
                        <a:pt x="25" y="28"/>
                        <a:pt x="31" y="27"/>
                        <a:pt x="36" y="26"/>
                      </a:cubicBezTo>
                      <a:cubicBezTo>
                        <a:pt x="37" y="23"/>
                        <a:pt x="37" y="21"/>
                        <a:pt x="37" y="18"/>
                      </a:cubicBezTo>
                      <a:cubicBezTo>
                        <a:pt x="37" y="11"/>
                        <a:pt x="34" y="4"/>
                        <a:pt x="2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2" name="出自【趣你的PPT】(微信:qunideppt)：最优质的PPT资源库"/>
                <p:cNvSpPr>
                  <a:spLocks noChangeArrowheads="1"/>
                </p:cNvSpPr>
                <p:nvPr/>
              </p:nvSpPr>
              <p:spPr bwMode="auto">
                <a:xfrm>
                  <a:off x="7162800" y="4259263"/>
                  <a:ext cx="52388" cy="5238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3" name="出自【趣你的PPT】(微信:qunideppt)：最优质的PPT资源库"/>
                <p:cNvSpPr>
                  <a:spLocks/>
                </p:cNvSpPr>
                <p:nvPr/>
              </p:nvSpPr>
              <p:spPr bwMode="auto">
                <a:xfrm>
                  <a:off x="7142163" y="4313238"/>
                  <a:ext cx="96838" cy="74613"/>
                </a:xfrm>
                <a:custGeom>
                  <a:avLst/>
                  <a:gdLst>
                    <a:gd name="T0" fmla="*/ 28 w 37"/>
                    <a:gd name="T1" fmla="*/ 0 h 28"/>
                    <a:gd name="T2" fmla="*/ 18 w 37"/>
                    <a:gd name="T3" fmla="*/ 11 h 28"/>
                    <a:gd name="T4" fmla="*/ 9 w 37"/>
                    <a:gd name="T5" fmla="*/ 0 h 28"/>
                    <a:gd name="T6" fmla="*/ 0 w 37"/>
                    <a:gd name="T7" fmla="*/ 18 h 28"/>
                    <a:gd name="T8" fmla="*/ 1 w 37"/>
                    <a:gd name="T9" fmla="*/ 26 h 28"/>
                    <a:gd name="T10" fmla="*/ 18 w 37"/>
                    <a:gd name="T11" fmla="*/ 28 h 28"/>
                    <a:gd name="T12" fmla="*/ 35 w 37"/>
                    <a:gd name="T13" fmla="*/ 26 h 28"/>
                    <a:gd name="T14" fmla="*/ 37 w 37"/>
                    <a:gd name="T15" fmla="*/ 18 h 28"/>
                    <a:gd name="T16" fmla="*/ 28 w 37"/>
                    <a:gd name="T17" fmla="*/ 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7" h="28">
                      <a:moveTo>
                        <a:pt x="28" y="0"/>
                      </a:moveTo>
                      <a:cubicBezTo>
                        <a:pt x="18" y="11"/>
                        <a:pt x="18" y="11"/>
                        <a:pt x="18" y="11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3" y="4"/>
                        <a:pt x="0" y="11"/>
                        <a:pt x="0" y="18"/>
                      </a:cubicBezTo>
                      <a:cubicBezTo>
                        <a:pt x="0" y="21"/>
                        <a:pt x="0" y="23"/>
                        <a:pt x="1" y="26"/>
                      </a:cubicBezTo>
                      <a:cubicBezTo>
                        <a:pt x="6" y="27"/>
                        <a:pt x="12" y="28"/>
                        <a:pt x="18" y="28"/>
                      </a:cubicBezTo>
                      <a:cubicBezTo>
                        <a:pt x="24" y="28"/>
                        <a:pt x="30" y="27"/>
                        <a:pt x="35" y="26"/>
                      </a:cubicBezTo>
                      <a:cubicBezTo>
                        <a:pt x="36" y="23"/>
                        <a:pt x="37" y="21"/>
                        <a:pt x="37" y="18"/>
                      </a:cubicBezTo>
                      <a:cubicBezTo>
                        <a:pt x="37" y="11"/>
                        <a:pt x="33" y="4"/>
                        <a:pt x="2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53" name="出自【趣你的PPT】(微信:qunideppt)：最优质的PPT资源库"/>
              <p:cNvSpPr txBox="1"/>
              <p:nvPr/>
            </p:nvSpPr>
            <p:spPr>
              <a:xfrm>
                <a:off x="3983550" y="5093642"/>
                <a:ext cx="1371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2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9" name="出自【趣你的PPT】(微信:qunideppt)：最优质的PPT资源库"/>
            <p:cNvSpPr>
              <a:spLocks noChangeArrowheads="1"/>
            </p:cNvSpPr>
            <p:nvPr/>
          </p:nvSpPr>
          <p:spPr bwMode="auto">
            <a:xfrm>
              <a:off x="4724273" y="3147048"/>
              <a:ext cx="1896282" cy="1896282"/>
            </a:xfrm>
            <a:prstGeom prst="ellipse">
              <a:avLst/>
            </a:prstGeom>
            <a:solidFill>
              <a:srgbClr val="F8F4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cxnSp>
        <p:nvCxnSpPr>
          <p:cNvPr id="96" name="出自【趣你的PPT】(微信:qunideppt)：最优质的PPT资源库"/>
          <p:cNvCxnSpPr/>
          <p:nvPr/>
        </p:nvCxnSpPr>
        <p:spPr>
          <a:xfrm>
            <a:off x="8365255" y="3958278"/>
            <a:ext cx="332544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出自【趣你的PPT】(微信:qunideppt)：最优质的PPT资源库"/>
          <p:cNvSpPr txBox="1"/>
          <p:nvPr/>
        </p:nvSpPr>
        <p:spPr>
          <a:xfrm>
            <a:off x="8463494" y="2836219"/>
            <a:ext cx="32814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课程点名签到、课堂练习和平时表现</a:t>
            </a:r>
            <a:endParaRPr lang="en-US" altLang="zh-CN" sz="1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/>
            <a:endParaRPr lang="en-US" altLang="zh-CN" sz="1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/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占比：</a:t>
            </a:r>
            <a:r>
              <a:rPr lang="en-US" altLang="zh-CN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endParaRPr lang="zh-CN" altLang="en-US" sz="1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9" name="出自【趣你的PPT】(微信:qunideppt)：最优质的PPT资源库"/>
          <p:cNvCxnSpPr/>
          <p:nvPr/>
        </p:nvCxnSpPr>
        <p:spPr>
          <a:xfrm>
            <a:off x="274243" y="3958278"/>
            <a:ext cx="332544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出自【趣你的PPT】(微信:qunideppt)：最优质的PPT资源库"/>
          <p:cNvSpPr txBox="1"/>
          <p:nvPr/>
        </p:nvSpPr>
        <p:spPr>
          <a:xfrm>
            <a:off x="406105" y="2449372"/>
            <a:ext cx="32814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基于课程要求，使用课程的技术栈组队完成项目要求，每组</a:t>
            </a:r>
            <a:r>
              <a:rPr lang="en-US" altLang="zh-CN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人（至少</a:t>
            </a:r>
            <a:r>
              <a:rPr lang="en-US" altLang="zh-CN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人，至多</a:t>
            </a:r>
            <a:r>
              <a:rPr lang="en-US" altLang="zh-CN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人，</a:t>
            </a:r>
            <a:r>
              <a:rPr lang="en-US" altLang="zh-CN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人组每班不超过</a:t>
            </a:r>
            <a:r>
              <a:rPr lang="en-US" altLang="zh-CN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队）</a:t>
            </a:r>
            <a:endParaRPr lang="en-US" altLang="zh-CN" sz="1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/>
            <a:endParaRPr lang="en-US" altLang="zh-CN" sz="1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/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占比：</a:t>
            </a:r>
            <a:r>
              <a:rPr lang="en-US" altLang="zh-CN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90%</a:t>
            </a:r>
          </a:p>
          <a:p>
            <a:pPr lvl="0" algn="just"/>
            <a:endParaRPr lang="en-US" altLang="zh-CN" sz="1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/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组成： 程序验收、系统问答、实验报告</a:t>
            </a:r>
          </a:p>
        </p:txBody>
      </p:sp>
    </p:spTree>
    <p:extLst>
      <p:ext uri="{BB962C8B-B14F-4D97-AF65-F5344CB8AC3E}">
        <p14:creationId xmlns:p14="http://schemas.microsoft.com/office/powerpoint/2010/main" val="2852527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出自【趣你的PPT】(微信:qunideppt)：最优质的PPT资源库"/>
          <p:cNvGrpSpPr/>
          <p:nvPr/>
        </p:nvGrpSpPr>
        <p:grpSpPr>
          <a:xfrm>
            <a:off x="0" y="292608"/>
            <a:ext cx="12190828" cy="548640"/>
            <a:chOff x="0" y="292608"/>
            <a:chExt cx="12190828" cy="548640"/>
          </a:xfrm>
        </p:grpSpPr>
        <p:sp>
          <p:nvSpPr>
            <p:cNvPr id="43" name="出自【趣你的PPT】(微信:qunideppt)：最优质的PPT资源库"/>
            <p:cNvSpPr/>
            <p:nvPr/>
          </p:nvSpPr>
          <p:spPr>
            <a:xfrm>
              <a:off x="0" y="292608"/>
              <a:ext cx="3118104" cy="548640"/>
            </a:xfrm>
            <a:custGeom>
              <a:avLst/>
              <a:gdLst>
                <a:gd name="connsiteX0" fmla="*/ 0 w 3118104"/>
                <a:gd name="connsiteY0" fmla="*/ 0 h 539496"/>
                <a:gd name="connsiteX1" fmla="*/ 3118104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0 h 539496"/>
                <a:gd name="connsiteX1" fmla="*/ 2871216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9144 h 548640"/>
                <a:gd name="connsiteX1" fmla="*/ 2679192 w 3118104"/>
                <a:gd name="connsiteY1" fmla="*/ 0 h 548640"/>
                <a:gd name="connsiteX2" fmla="*/ 3118104 w 3118104"/>
                <a:gd name="connsiteY2" fmla="*/ 548640 h 548640"/>
                <a:gd name="connsiteX3" fmla="*/ 0 w 3118104"/>
                <a:gd name="connsiteY3" fmla="*/ 548640 h 548640"/>
                <a:gd name="connsiteX4" fmla="*/ 0 w 3118104"/>
                <a:gd name="connsiteY4" fmla="*/ 9144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104" h="548640">
                  <a:moveTo>
                    <a:pt x="0" y="9144"/>
                  </a:moveTo>
                  <a:lnTo>
                    <a:pt x="2679192" y="0"/>
                  </a:lnTo>
                  <a:lnTo>
                    <a:pt x="3118104" y="548640"/>
                  </a:lnTo>
                  <a:lnTo>
                    <a:pt x="0" y="548640"/>
                  </a:lnTo>
                  <a:lnTo>
                    <a:pt x="0" y="9144"/>
                  </a:lnTo>
                  <a:close/>
                </a:path>
              </a:pathLst>
            </a:custGeom>
            <a:solidFill>
              <a:srgbClr val="5DA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45" name="出自【趣你的PPT】(微信:qunideppt)：最优质的PPT资源库"/>
            <p:cNvCxnSpPr/>
            <p:nvPr/>
          </p:nvCxnSpPr>
          <p:spPr>
            <a:xfrm>
              <a:off x="3108960" y="832104"/>
              <a:ext cx="908186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出自【趣你的PPT】(微信:qunideppt)：最优质的PPT资源库"/>
          <p:cNvSpPr txBox="1"/>
          <p:nvPr/>
        </p:nvSpPr>
        <p:spPr>
          <a:xfrm>
            <a:off x="292608" y="366873"/>
            <a:ext cx="2359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平时成绩</a:t>
            </a:r>
          </a:p>
        </p:txBody>
      </p:sp>
      <p:grpSp>
        <p:nvGrpSpPr>
          <p:cNvPr id="40" name="Group 39出自【趣你的PPT】(微信:qunideppt)：最优质的PPT资源库"/>
          <p:cNvGrpSpPr/>
          <p:nvPr/>
        </p:nvGrpSpPr>
        <p:grpSpPr>
          <a:xfrm>
            <a:off x="769838" y="1900371"/>
            <a:ext cx="10623368" cy="2327835"/>
            <a:chOff x="825661" y="2059824"/>
            <a:chExt cx="7121325" cy="1560453"/>
          </a:xfrm>
        </p:grpSpPr>
        <p:pic>
          <p:nvPicPr>
            <p:cNvPr id="41" name="出自【趣你的PPT】(微信:qunideppt)：最优质的PPT资源库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5661" y="2061448"/>
              <a:ext cx="2366845" cy="1558829"/>
            </a:xfrm>
            <a:prstGeom prst="rect">
              <a:avLst/>
            </a:prstGeom>
          </p:spPr>
        </p:pic>
        <p:pic>
          <p:nvPicPr>
            <p:cNvPr id="42" name="出自【趣你的PPT】(微信:qunideppt)：最优质的PPT资源库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80141" y="2059824"/>
              <a:ext cx="2366845" cy="1560453"/>
            </a:xfrm>
            <a:prstGeom prst="rect">
              <a:avLst/>
            </a:prstGeom>
          </p:spPr>
        </p:pic>
        <p:pic>
          <p:nvPicPr>
            <p:cNvPr id="44" name="出自【趣你的PPT】(微信:qunideppt)：最优质的PPT资源库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92506" y="2061448"/>
              <a:ext cx="2387635" cy="1558829"/>
            </a:xfrm>
            <a:prstGeom prst="rect">
              <a:avLst/>
            </a:prstGeom>
          </p:spPr>
        </p:pic>
      </p:grpSp>
      <p:sp>
        <p:nvSpPr>
          <p:cNvPr id="53" name="出自【趣你的PPT】(微信:qunideppt)：最优质的PPT资源库"/>
          <p:cNvSpPr txBox="1"/>
          <p:nvPr/>
        </p:nvSpPr>
        <p:spPr>
          <a:xfrm>
            <a:off x="1537234" y="4952669"/>
            <a:ext cx="9407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点名规则： 每次课点名</a:t>
            </a:r>
            <a:r>
              <a:rPr lang="en-US" altLang="zh-CN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1</a:t>
            </a:r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次</a:t>
            </a:r>
            <a:endParaRPr lang="en-US" altLang="zh-CN" sz="2000" dirty="0">
              <a:solidFill>
                <a:srgbClr val="404040"/>
              </a:solidFill>
              <a:latin typeface="Kaiti SC" panose="02010600040101010101" pitchFamily="2" charset="-122"/>
              <a:ea typeface="Kaiti SC" panose="02010600040101010101" pitchFamily="2" charset="-122"/>
            </a:endParaRPr>
          </a:p>
          <a:p>
            <a:pPr lvl="0" algn="just"/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课程表现：上课过程中会部署一些小作业</a:t>
            </a:r>
            <a:r>
              <a:rPr lang="en-US" altLang="zh-CN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/</a:t>
            </a:r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小练习</a:t>
            </a:r>
          </a:p>
        </p:txBody>
      </p:sp>
    </p:spTree>
    <p:extLst>
      <p:ext uri="{BB962C8B-B14F-4D97-AF65-F5344CB8AC3E}">
        <p14:creationId xmlns:p14="http://schemas.microsoft.com/office/powerpoint/2010/main" val="4044054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出自【趣你的PPT】(微信:qunideppt)：最优质的PPT资源库"/>
          <p:cNvGrpSpPr/>
          <p:nvPr/>
        </p:nvGrpSpPr>
        <p:grpSpPr>
          <a:xfrm>
            <a:off x="0" y="539194"/>
            <a:ext cx="12190828" cy="548640"/>
            <a:chOff x="0" y="292608"/>
            <a:chExt cx="12190828" cy="548640"/>
          </a:xfrm>
        </p:grpSpPr>
        <p:sp>
          <p:nvSpPr>
            <p:cNvPr id="43" name="出自【趣你的PPT】(微信:qunideppt)：最优质的PPT资源库"/>
            <p:cNvSpPr/>
            <p:nvPr/>
          </p:nvSpPr>
          <p:spPr>
            <a:xfrm>
              <a:off x="0" y="292608"/>
              <a:ext cx="3118104" cy="548640"/>
            </a:xfrm>
            <a:custGeom>
              <a:avLst/>
              <a:gdLst>
                <a:gd name="connsiteX0" fmla="*/ 0 w 3118104"/>
                <a:gd name="connsiteY0" fmla="*/ 0 h 539496"/>
                <a:gd name="connsiteX1" fmla="*/ 3118104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0 h 539496"/>
                <a:gd name="connsiteX1" fmla="*/ 2871216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9144 h 548640"/>
                <a:gd name="connsiteX1" fmla="*/ 2679192 w 3118104"/>
                <a:gd name="connsiteY1" fmla="*/ 0 h 548640"/>
                <a:gd name="connsiteX2" fmla="*/ 3118104 w 3118104"/>
                <a:gd name="connsiteY2" fmla="*/ 548640 h 548640"/>
                <a:gd name="connsiteX3" fmla="*/ 0 w 3118104"/>
                <a:gd name="connsiteY3" fmla="*/ 548640 h 548640"/>
                <a:gd name="connsiteX4" fmla="*/ 0 w 3118104"/>
                <a:gd name="connsiteY4" fmla="*/ 9144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104" h="548640">
                  <a:moveTo>
                    <a:pt x="0" y="9144"/>
                  </a:moveTo>
                  <a:lnTo>
                    <a:pt x="2679192" y="0"/>
                  </a:lnTo>
                  <a:lnTo>
                    <a:pt x="3118104" y="548640"/>
                  </a:lnTo>
                  <a:lnTo>
                    <a:pt x="0" y="548640"/>
                  </a:lnTo>
                  <a:lnTo>
                    <a:pt x="0" y="9144"/>
                  </a:lnTo>
                  <a:close/>
                </a:path>
              </a:pathLst>
            </a:custGeom>
            <a:solidFill>
              <a:srgbClr val="5DA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45" name="出自【趣你的PPT】(微信:qunideppt)：最优质的PPT资源库"/>
            <p:cNvCxnSpPr/>
            <p:nvPr/>
          </p:nvCxnSpPr>
          <p:spPr>
            <a:xfrm>
              <a:off x="3108960" y="832104"/>
              <a:ext cx="908186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出自【趣你的PPT】(微信:qunideppt)：最优质的PPT资源库"/>
          <p:cNvSpPr txBox="1"/>
          <p:nvPr/>
        </p:nvSpPr>
        <p:spPr>
          <a:xfrm>
            <a:off x="292608" y="366873"/>
            <a:ext cx="2359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软件项目开发</a:t>
            </a:r>
          </a:p>
        </p:txBody>
      </p:sp>
      <p:pic>
        <p:nvPicPr>
          <p:cNvPr id="40" name="出自【趣你的PPT】(微信:qunideppt)：最优质的PPT资源库"/>
          <p:cNvPicPr>
            <a:picLocks noChangeAspect="1"/>
          </p:cNvPicPr>
          <p:nvPr/>
        </p:nvPicPr>
        <p:blipFill rotWithShape="1">
          <a:blip r:embed="rId3"/>
          <a:srcRect t="11636" b="6398"/>
          <a:stretch/>
        </p:blipFill>
        <p:spPr>
          <a:xfrm>
            <a:off x="4924138" y="2817345"/>
            <a:ext cx="6193358" cy="2957804"/>
          </a:xfrm>
          <a:prstGeom prst="rect">
            <a:avLst/>
          </a:prstGeom>
        </p:spPr>
      </p:pic>
      <p:grpSp>
        <p:nvGrpSpPr>
          <p:cNvPr id="41" name="Group 40出自【趣你的PPT】(微信:qunideppt)：最优质的PPT资源库"/>
          <p:cNvGrpSpPr/>
          <p:nvPr/>
        </p:nvGrpSpPr>
        <p:grpSpPr>
          <a:xfrm>
            <a:off x="691702" y="2817345"/>
            <a:ext cx="4232436" cy="2957804"/>
            <a:chOff x="798933" y="3004457"/>
            <a:chExt cx="4232436" cy="2957804"/>
          </a:xfrm>
        </p:grpSpPr>
        <p:sp>
          <p:nvSpPr>
            <p:cNvPr id="42" name="出自【趣你的PPT】(微信:qunideppt)：最优质的PPT资源库"/>
            <p:cNvSpPr/>
            <p:nvPr/>
          </p:nvSpPr>
          <p:spPr>
            <a:xfrm>
              <a:off x="896905" y="3004457"/>
              <a:ext cx="4134464" cy="2957804"/>
            </a:xfrm>
            <a:prstGeom prst="rect">
              <a:avLst/>
            </a:prstGeom>
            <a:solidFill>
              <a:srgbClr val="7ACD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798933" y="3465640"/>
              <a:ext cx="3634886" cy="1569660"/>
              <a:chOff x="798933" y="3461658"/>
              <a:chExt cx="3634886" cy="1569660"/>
            </a:xfrm>
          </p:grpSpPr>
          <p:sp>
            <p:nvSpPr>
              <p:cNvPr id="47" name="出自【趣你的PPT】(微信:qunideppt)：最优质的PPT资源库"/>
              <p:cNvSpPr txBox="1"/>
              <p:nvPr/>
            </p:nvSpPr>
            <p:spPr>
              <a:xfrm>
                <a:off x="798933" y="3461658"/>
                <a:ext cx="34523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6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</a:t>
                </a:r>
              </a:p>
            </p:txBody>
          </p:sp>
          <p:sp>
            <p:nvSpPr>
              <p:cNvPr id="49" name="出自【趣你的PPT】(微信:qunideppt)：最优质的PPT资源库"/>
              <p:cNvSpPr txBox="1"/>
              <p:nvPr/>
            </p:nvSpPr>
            <p:spPr>
              <a:xfrm>
                <a:off x="1494455" y="4479377"/>
                <a:ext cx="29393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校园二手交易平台</a:t>
                </a:r>
                <a:endParaRPr lang="en-US" altLang="zh-CN" sz="2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0" name="出自【趣你的PPT】(微信:qunideppt)：最优质的PPT资源库"/>
          <p:cNvSpPr/>
          <p:nvPr/>
        </p:nvSpPr>
        <p:spPr>
          <a:xfrm>
            <a:off x="10884230" y="5541883"/>
            <a:ext cx="466531" cy="466531"/>
          </a:xfrm>
          <a:prstGeom prst="rect">
            <a:avLst/>
          </a:prstGeom>
          <a:solidFill>
            <a:srgbClr val="7ACD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1" name="出自【趣你的PPT】(微信:qunideppt)：最优质的PPT资源库"/>
          <p:cNvSpPr txBox="1"/>
          <p:nvPr/>
        </p:nvSpPr>
        <p:spPr>
          <a:xfrm>
            <a:off x="691702" y="1228166"/>
            <a:ext cx="104304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zh-CN" altLang="en-US" sz="2000" dirty="0">
                <a:latin typeface="Kaiti SC" panose="02010600040101010101" pitchFamily="2" charset="-122"/>
                <a:ea typeface="Kaiti SC" panose="02010600040101010101" pitchFamily="2" charset="-122"/>
              </a:rPr>
              <a:t>项目名称： 校园二手商品交易平台</a:t>
            </a:r>
            <a:endParaRPr lang="en-US" altLang="zh-CN" sz="2000" dirty="0">
              <a:latin typeface="Kaiti SC" panose="02010600040101010101" pitchFamily="2" charset="-122"/>
              <a:ea typeface="Kaiti SC" panose="02010600040101010101" pitchFamily="2" charset="-122"/>
            </a:endParaRPr>
          </a:p>
          <a:p>
            <a:pPr lvl="0" algn="just"/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技术栈： </a:t>
            </a:r>
            <a:r>
              <a:rPr lang="en-US" altLang="zh-CN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Spring</a:t>
            </a:r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Boot</a:t>
            </a:r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+</a:t>
            </a:r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(Vue)</a:t>
            </a:r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+</a:t>
            </a:r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sz="2000" dirty="0" err="1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MyBatis</a:t>
            </a:r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Plus</a:t>
            </a:r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+</a:t>
            </a:r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 </a:t>
            </a:r>
            <a:r>
              <a:rPr lang="en-US" altLang="zh-CN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MySQL</a:t>
            </a:r>
          </a:p>
          <a:p>
            <a:pPr lvl="0" algn="just"/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检查项： 代码（</a:t>
            </a:r>
            <a:r>
              <a:rPr lang="en-US" altLang="zh-CN" sz="2000" dirty="0" err="1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github</a:t>
            </a:r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）、实验报告、程序演示、现场问答</a:t>
            </a:r>
            <a:endParaRPr lang="en-US" altLang="zh-CN" sz="2000" dirty="0">
              <a:solidFill>
                <a:srgbClr val="404040"/>
              </a:solidFill>
              <a:latin typeface="Kaiti SC" panose="02010600040101010101" pitchFamily="2" charset="-122"/>
              <a:ea typeface="Kaiti SC" panose="02010600040101010101" pitchFamily="2" charset="-122"/>
            </a:endParaRPr>
          </a:p>
          <a:p>
            <a:pPr lvl="0" algn="just"/>
            <a:r>
              <a:rPr lang="zh-CN" altLang="en-US" sz="20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具体参阅： 实验报告模版</a:t>
            </a:r>
          </a:p>
        </p:txBody>
      </p:sp>
    </p:spTree>
    <p:extLst>
      <p:ext uri="{BB962C8B-B14F-4D97-AF65-F5344CB8AC3E}">
        <p14:creationId xmlns:p14="http://schemas.microsoft.com/office/powerpoint/2010/main" val="4074265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出自【趣你的PPT】(微信:qunideppt)：最优质的PPT资源库"/>
          <p:cNvGrpSpPr/>
          <p:nvPr/>
        </p:nvGrpSpPr>
        <p:grpSpPr>
          <a:xfrm>
            <a:off x="0" y="292608"/>
            <a:ext cx="12190828" cy="548640"/>
            <a:chOff x="0" y="292608"/>
            <a:chExt cx="12190828" cy="548640"/>
          </a:xfrm>
        </p:grpSpPr>
        <p:sp>
          <p:nvSpPr>
            <p:cNvPr id="43" name="出自【趣你的PPT】(微信:qunideppt)：最优质的PPT资源库"/>
            <p:cNvSpPr/>
            <p:nvPr/>
          </p:nvSpPr>
          <p:spPr>
            <a:xfrm>
              <a:off x="0" y="292608"/>
              <a:ext cx="3118104" cy="548640"/>
            </a:xfrm>
            <a:custGeom>
              <a:avLst/>
              <a:gdLst>
                <a:gd name="connsiteX0" fmla="*/ 0 w 3118104"/>
                <a:gd name="connsiteY0" fmla="*/ 0 h 539496"/>
                <a:gd name="connsiteX1" fmla="*/ 3118104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0 h 539496"/>
                <a:gd name="connsiteX1" fmla="*/ 2871216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9144 h 548640"/>
                <a:gd name="connsiteX1" fmla="*/ 2679192 w 3118104"/>
                <a:gd name="connsiteY1" fmla="*/ 0 h 548640"/>
                <a:gd name="connsiteX2" fmla="*/ 3118104 w 3118104"/>
                <a:gd name="connsiteY2" fmla="*/ 548640 h 548640"/>
                <a:gd name="connsiteX3" fmla="*/ 0 w 3118104"/>
                <a:gd name="connsiteY3" fmla="*/ 548640 h 548640"/>
                <a:gd name="connsiteX4" fmla="*/ 0 w 3118104"/>
                <a:gd name="connsiteY4" fmla="*/ 9144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104" h="548640">
                  <a:moveTo>
                    <a:pt x="0" y="9144"/>
                  </a:moveTo>
                  <a:lnTo>
                    <a:pt x="2679192" y="0"/>
                  </a:lnTo>
                  <a:lnTo>
                    <a:pt x="3118104" y="548640"/>
                  </a:lnTo>
                  <a:lnTo>
                    <a:pt x="0" y="548640"/>
                  </a:lnTo>
                  <a:lnTo>
                    <a:pt x="0" y="9144"/>
                  </a:lnTo>
                  <a:close/>
                </a:path>
              </a:pathLst>
            </a:custGeom>
            <a:solidFill>
              <a:srgbClr val="5DA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cxnSp>
          <p:nvCxnSpPr>
            <p:cNvPr id="45" name="出自【趣你的PPT】(微信:qunideppt)：最优质的PPT资源库"/>
            <p:cNvCxnSpPr/>
            <p:nvPr/>
          </p:nvCxnSpPr>
          <p:spPr>
            <a:xfrm>
              <a:off x="3108960" y="832104"/>
              <a:ext cx="908186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出自【趣你的PPT】(微信:qunideppt)：最优质的PPT资源库"/>
          <p:cNvSpPr txBox="1"/>
          <p:nvPr/>
        </p:nvSpPr>
        <p:spPr>
          <a:xfrm>
            <a:off x="292608" y="366873"/>
            <a:ext cx="2945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软件项目开发要求</a:t>
            </a:r>
          </a:p>
        </p:txBody>
      </p:sp>
      <p:sp>
        <p:nvSpPr>
          <p:cNvPr id="50" name="出自【趣你的PPT】(微信:qunideppt)：最优质的PPT资源库"/>
          <p:cNvSpPr/>
          <p:nvPr/>
        </p:nvSpPr>
        <p:spPr>
          <a:xfrm>
            <a:off x="10884230" y="5541883"/>
            <a:ext cx="466531" cy="466531"/>
          </a:xfrm>
          <a:prstGeom prst="rect">
            <a:avLst/>
          </a:prstGeom>
          <a:solidFill>
            <a:srgbClr val="7ACD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1" name="出自【趣你的PPT】(微信:qunideppt)：最优质的PPT资源库"/>
          <p:cNvSpPr txBox="1"/>
          <p:nvPr/>
        </p:nvSpPr>
        <p:spPr>
          <a:xfrm>
            <a:off x="691702" y="1228166"/>
            <a:ext cx="10430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zh-CN" altLang="en-US" sz="24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实验报告内容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43D32F-0F87-564B-82EF-0E3D8F3490B4}"/>
              </a:ext>
            </a:extLst>
          </p:cNvPr>
          <p:cNvSpPr txBox="1"/>
          <p:nvPr/>
        </p:nvSpPr>
        <p:spPr>
          <a:xfrm>
            <a:off x="841829" y="1901371"/>
            <a:ext cx="911497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需求分析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功能点的分拆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技术栈的选取和评估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系统架构设计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以</a:t>
            </a:r>
            <a:r>
              <a:rPr lang="en-US" altLang="zh-CN" dirty="0"/>
              <a:t>UML</a:t>
            </a:r>
            <a:r>
              <a:rPr lang="zh-CN" altLang="zh-CN" dirty="0"/>
              <a:t>形式来描述的流程图、交互图和类图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核心代码实现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系统运行图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开发过程中碰到的问题以及解决过程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项目迭代总结以及思考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0597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出自【趣你的PPT】(微信:qunideppt)：最优质的PPT资源库"/>
          <p:cNvGrpSpPr/>
          <p:nvPr/>
        </p:nvGrpSpPr>
        <p:grpSpPr>
          <a:xfrm>
            <a:off x="0" y="292608"/>
            <a:ext cx="12190828" cy="548640"/>
            <a:chOff x="0" y="292608"/>
            <a:chExt cx="12190828" cy="548640"/>
          </a:xfrm>
        </p:grpSpPr>
        <p:sp>
          <p:nvSpPr>
            <p:cNvPr id="43" name="出自【趣你的PPT】(微信:qunideppt)：最优质的PPT资源库"/>
            <p:cNvSpPr/>
            <p:nvPr/>
          </p:nvSpPr>
          <p:spPr>
            <a:xfrm>
              <a:off x="0" y="292608"/>
              <a:ext cx="3118104" cy="548640"/>
            </a:xfrm>
            <a:custGeom>
              <a:avLst/>
              <a:gdLst>
                <a:gd name="connsiteX0" fmla="*/ 0 w 3118104"/>
                <a:gd name="connsiteY0" fmla="*/ 0 h 539496"/>
                <a:gd name="connsiteX1" fmla="*/ 3118104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0 h 539496"/>
                <a:gd name="connsiteX1" fmla="*/ 2871216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9144 h 548640"/>
                <a:gd name="connsiteX1" fmla="*/ 2679192 w 3118104"/>
                <a:gd name="connsiteY1" fmla="*/ 0 h 548640"/>
                <a:gd name="connsiteX2" fmla="*/ 3118104 w 3118104"/>
                <a:gd name="connsiteY2" fmla="*/ 548640 h 548640"/>
                <a:gd name="connsiteX3" fmla="*/ 0 w 3118104"/>
                <a:gd name="connsiteY3" fmla="*/ 548640 h 548640"/>
                <a:gd name="connsiteX4" fmla="*/ 0 w 3118104"/>
                <a:gd name="connsiteY4" fmla="*/ 9144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104" h="548640">
                  <a:moveTo>
                    <a:pt x="0" y="9144"/>
                  </a:moveTo>
                  <a:lnTo>
                    <a:pt x="2679192" y="0"/>
                  </a:lnTo>
                  <a:lnTo>
                    <a:pt x="3118104" y="548640"/>
                  </a:lnTo>
                  <a:lnTo>
                    <a:pt x="0" y="548640"/>
                  </a:lnTo>
                  <a:lnTo>
                    <a:pt x="0" y="9144"/>
                  </a:lnTo>
                  <a:close/>
                </a:path>
              </a:pathLst>
            </a:custGeom>
            <a:solidFill>
              <a:srgbClr val="5DA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cxnSp>
          <p:nvCxnSpPr>
            <p:cNvPr id="45" name="出自【趣你的PPT】(微信:qunideppt)：最优质的PPT资源库"/>
            <p:cNvCxnSpPr/>
            <p:nvPr/>
          </p:nvCxnSpPr>
          <p:spPr>
            <a:xfrm>
              <a:off x="3108960" y="832104"/>
              <a:ext cx="908186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出自【趣你的PPT】(微信:qunideppt)：最优质的PPT资源库"/>
          <p:cNvSpPr txBox="1"/>
          <p:nvPr/>
        </p:nvSpPr>
        <p:spPr>
          <a:xfrm>
            <a:off x="292608" y="366873"/>
            <a:ext cx="2945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软件项目开发要求</a:t>
            </a:r>
          </a:p>
        </p:txBody>
      </p:sp>
      <p:sp>
        <p:nvSpPr>
          <p:cNvPr id="50" name="出自【趣你的PPT】(微信:qunideppt)：最优质的PPT资源库"/>
          <p:cNvSpPr/>
          <p:nvPr/>
        </p:nvSpPr>
        <p:spPr>
          <a:xfrm>
            <a:off x="10884230" y="5541883"/>
            <a:ext cx="466531" cy="466531"/>
          </a:xfrm>
          <a:prstGeom prst="rect">
            <a:avLst/>
          </a:prstGeom>
          <a:solidFill>
            <a:srgbClr val="7ACD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1" name="出自【趣你的PPT】(微信:qunideppt)：最优质的PPT资源库"/>
          <p:cNvSpPr txBox="1"/>
          <p:nvPr/>
        </p:nvSpPr>
        <p:spPr>
          <a:xfrm>
            <a:off x="691702" y="1228166"/>
            <a:ext cx="10430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zh-CN" altLang="en-US" sz="24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其它题目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43D32F-0F87-564B-82EF-0E3D8F3490B4}"/>
              </a:ext>
            </a:extLst>
          </p:cNvPr>
          <p:cNvSpPr txBox="1"/>
          <p:nvPr/>
        </p:nvSpPr>
        <p:spPr>
          <a:xfrm>
            <a:off x="841829" y="1901371"/>
            <a:ext cx="9114971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其它题目</a:t>
            </a:r>
            <a:endParaRPr lang="en-US" altLang="zh-C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校园社团管理：社团申请、成员管理、活动发布与报名、文档共享</a:t>
            </a:r>
            <a:endParaRPr lang="en-US" altLang="zh-C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餐饮点餐</a:t>
            </a:r>
            <a:r>
              <a:rPr lang="en-US" altLang="zh-CN" dirty="0"/>
              <a:t>/</a:t>
            </a:r>
            <a:r>
              <a:rPr lang="zh-CN" altLang="en-US" dirty="0"/>
              <a:t>外卖管理系统：菜品展示、购物车、订单提交、后台评价管理</a:t>
            </a:r>
            <a:endParaRPr lang="en-US" altLang="zh-C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实验室设备预约与管理系统：设备名录、预约日历、借用审批、损耗记录</a:t>
            </a:r>
            <a:endParaRPr lang="en-US" altLang="zh-C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其它</a:t>
            </a:r>
            <a:endParaRPr lang="en-US" altLang="zh-CN" dirty="0"/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dirty="0"/>
              <a:t>其它题目请提交老师审核，审核通过后方可进行</a:t>
            </a:r>
          </a:p>
        </p:txBody>
      </p:sp>
    </p:spTree>
    <p:extLst>
      <p:ext uri="{BB962C8B-B14F-4D97-AF65-F5344CB8AC3E}">
        <p14:creationId xmlns:p14="http://schemas.microsoft.com/office/powerpoint/2010/main" val="2428314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出自【趣你的PPT】(微信:qunideppt)：最优质的PPT资源库"/>
          <p:cNvGrpSpPr/>
          <p:nvPr/>
        </p:nvGrpSpPr>
        <p:grpSpPr>
          <a:xfrm>
            <a:off x="0" y="292608"/>
            <a:ext cx="12190828" cy="548640"/>
            <a:chOff x="0" y="292608"/>
            <a:chExt cx="12190828" cy="548640"/>
          </a:xfrm>
        </p:grpSpPr>
        <p:sp>
          <p:nvSpPr>
            <p:cNvPr id="43" name="出自【趣你的PPT】(微信:qunideppt)：最优质的PPT资源库"/>
            <p:cNvSpPr/>
            <p:nvPr/>
          </p:nvSpPr>
          <p:spPr>
            <a:xfrm>
              <a:off x="0" y="292608"/>
              <a:ext cx="3118104" cy="548640"/>
            </a:xfrm>
            <a:custGeom>
              <a:avLst/>
              <a:gdLst>
                <a:gd name="connsiteX0" fmla="*/ 0 w 3118104"/>
                <a:gd name="connsiteY0" fmla="*/ 0 h 539496"/>
                <a:gd name="connsiteX1" fmla="*/ 3118104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0 h 539496"/>
                <a:gd name="connsiteX1" fmla="*/ 2871216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9144 h 548640"/>
                <a:gd name="connsiteX1" fmla="*/ 2679192 w 3118104"/>
                <a:gd name="connsiteY1" fmla="*/ 0 h 548640"/>
                <a:gd name="connsiteX2" fmla="*/ 3118104 w 3118104"/>
                <a:gd name="connsiteY2" fmla="*/ 548640 h 548640"/>
                <a:gd name="connsiteX3" fmla="*/ 0 w 3118104"/>
                <a:gd name="connsiteY3" fmla="*/ 548640 h 548640"/>
                <a:gd name="connsiteX4" fmla="*/ 0 w 3118104"/>
                <a:gd name="connsiteY4" fmla="*/ 9144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104" h="548640">
                  <a:moveTo>
                    <a:pt x="0" y="9144"/>
                  </a:moveTo>
                  <a:lnTo>
                    <a:pt x="2679192" y="0"/>
                  </a:lnTo>
                  <a:lnTo>
                    <a:pt x="3118104" y="548640"/>
                  </a:lnTo>
                  <a:lnTo>
                    <a:pt x="0" y="548640"/>
                  </a:lnTo>
                  <a:lnTo>
                    <a:pt x="0" y="9144"/>
                  </a:lnTo>
                  <a:close/>
                </a:path>
              </a:pathLst>
            </a:custGeom>
            <a:solidFill>
              <a:srgbClr val="5DA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cxnSp>
          <p:nvCxnSpPr>
            <p:cNvPr id="45" name="出自【趣你的PPT】(微信:qunideppt)：最优质的PPT资源库"/>
            <p:cNvCxnSpPr/>
            <p:nvPr/>
          </p:nvCxnSpPr>
          <p:spPr>
            <a:xfrm>
              <a:off x="3108960" y="832104"/>
              <a:ext cx="908186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出自【趣你的PPT】(微信:qunideppt)：最优质的PPT资源库"/>
          <p:cNvSpPr txBox="1"/>
          <p:nvPr/>
        </p:nvSpPr>
        <p:spPr>
          <a:xfrm>
            <a:off x="292608" y="366873"/>
            <a:ext cx="2945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软件项目开发要求</a:t>
            </a:r>
          </a:p>
        </p:txBody>
      </p:sp>
      <p:sp>
        <p:nvSpPr>
          <p:cNvPr id="50" name="出自【趣你的PPT】(微信:qunideppt)：最优质的PPT资源库"/>
          <p:cNvSpPr/>
          <p:nvPr/>
        </p:nvSpPr>
        <p:spPr>
          <a:xfrm>
            <a:off x="10884230" y="5541883"/>
            <a:ext cx="466531" cy="466531"/>
          </a:xfrm>
          <a:prstGeom prst="rect">
            <a:avLst/>
          </a:prstGeom>
          <a:solidFill>
            <a:srgbClr val="7ACD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1" name="出自【趣你的PPT】(微信:qunideppt)：最优质的PPT资源库"/>
          <p:cNvSpPr txBox="1"/>
          <p:nvPr/>
        </p:nvSpPr>
        <p:spPr>
          <a:xfrm>
            <a:off x="691702" y="1228166"/>
            <a:ext cx="10430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zh-CN" altLang="en-US" sz="2400" dirty="0">
                <a:solidFill>
                  <a:srgbClr val="40404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实验报告细则</a:t>
            </a:r>
          </a:p>
        </p:txBody>
      </p:sp>
      <p:graphicFrame>
        <p:nvGraphicFramePr>
          <p:cNvPr id="9" name="内容占位符 3">
            <a:extLst>
              <a:ext uri="{FF2B5EF4-FFF2-40B4-BE49-F238E27FC236}">
                <a16:creationId xmlns:a16="http://schemas.microsoft.com/office/drawing/2014/main" id="{E9288D49-40EF-D74D-B3AB-2D30E4354B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1461222"/>
              </p:ext>
            </p:extLst>
          </p:nvPr>
        </p:nvGraphicFramePr>
        <p:xfrm>
          <a:off x="461012" y="1690689"/>
          <a:ext cx="5160065" cy="4351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3363">
                  <a:extLst>
                    <a:ext uri="{9D8B030D-6E8A-4147-A177-3AD203B41FA5}">
                      <a16:colId xmlns:a16="http://schemas.microsoft.com/office/drawing/2014/main" val="1862950244"/>
                    </a:ext>
                  </a:extLst>
                </a:gridCol>
                <a:gridCol w="803363">
                  <a:extLst>
                    <a:ext uri="{9D8B030D-6E8A-4147-A177-3AD203B41FA5}">
                      <a16:colId xmlns:a16="http://schemas.microsoft.com/office/drawing/2014/main" val="3981670194"/>
                    </a:ext>
                  </a:extLst>
                </a:gridCol>
                <a:gridCol w="505341">
                  <a:extLst>
                    <a:ext uri="{9D8B030D-6E8A-4147-A177-3AD203B41FA5}">
                      <a16:colId xmlns:a16="http://schemas.microsoft.com/office/drawing/2014/main" val="2618355944"/>
                    </a:ext>
                  </a:extLst>
                </a:gridCol>
                <a:gridCol w="864781">
                  <a:extLst>
                    <a:ext uri="{9D8B030D-6E8A-4147-A177-3AD203B41FA5}">
                      <a16:colId xmlns:a16="http://schemas.microsoft.com/office/drawing/2014/main" val="2968949764"/>
                    </a:ext>
                  </a:extLst>
                </a:gridCol>
                <a:gridCol w="2183217">
                  <a:extLst>
                    <a:ext uri="{9D8B030D-6E8A-4147-A177-3AD203B41FA5}">
                      <a16:colId xmlns:a16="http://schemas.microsoft.com/office/drawing/2014/main" val="94135117"/>
                    </a:ext>
                  </a:extLst>
                </a:gridCol>
              </a:tblGrid>
              <a:tr h="30652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CN" alt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文档部分</a:t>
                      </a: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占比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实际分数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评语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83705567"/>
                  </a:ext>
                </a:extLst>
              </a:tr>
              <a:tr h="3850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实验封面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>
                          <a:effectLst/>
                        </a:rPr>
                        <a:t>10%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 dirty="0">
                          <a:effectLst/>
                        </a:rPr>
                        <a:t>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封皮存在部分问题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9672112"/>
                  </a:ext>
                </a:extLst>
              </a:tr>
              <a:tr h="3850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实验目的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>
                          <a:effectLst/>
                        </a:rPr>
                        <a:t>5%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 dirty="0">
                          <a:effectLst/>
                        </a:rPr>
                        <a:t>5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实验目的正确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04310825"/>
                  </a:ext>
                </a:extLst>
              </a:tr>
              <a:tr h="3850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实验要求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>
                          <a:effectLst/>
                        </a:rPr>
                        <a:t>5%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 dirty="0">
                          <a:effectLst/>
                        </a:rPr>
                        <a:t>5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实验要求正确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2869346"/>
                  </a:ext>
                </a:extLst>
              </a:tr>
              <a:tr h="526609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实验内容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需求分析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>
                          <a:effectLst/>
                        </a:rPr>
                        <a:t>15%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 dirty="0">
                          <a:effectLst/>
                        </a:rPr>
                        <a:t>10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具有需求分析，但内容稍微简单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08535396"/>
                  </a:ext>
                </a:extLst>
              </a:tr>
              <a:tr h="3850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系统设计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>
                          <a:effectLst/>
                        </a:rPr>
                        <a:t>15%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 dirty="0">
                          <a:effectLst/>
                        </a:rPr>
                        <a:t>10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具有系统设计，但内容稍微简单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4045709"/>
                  </a:ext>
                </a:extLst>
              </a:tr>
              <a:tr h="4469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编码实现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>
                          <a:effectLst/>
                        </a:rPr>
                        <a:t>15%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 dirty="0">
                          <a:effectLst/>
                        </a:rPr>
                        <a:t>10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具有编码实现，但内容稍微简单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754601"/>
                  </a:ext>
                </a:extLst>
              </a:tr>
              <a:tr h="3850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系统测试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>
                          <a:effectLst/>
                        </a:rPr>
                        <a:t>15%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 dirty="0">
                          <a:effectLst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不具有系统测试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8541845"/>
                  </a:ext>
                </a:extLst>
              </a:tr>
              <a:tr h="76072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问题分析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>
                          <a:effectLst/>
                        </a:rPr>
                        <a:t>10%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 dirty="0">
                          <a:effectLst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没有问题分析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42366848"/>
                  </a:ext>
                </a:extLst>
              </a:tr>
              <a:tr h="3850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心得与体会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>
                          <a:effectLst/>
                        </a:rPr>
                        <a:t>10%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u="none" strike="noStrike" dirty="0">
                          <a:effectLst/>
                        </a:rPr>
                        <a:t>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具有心得体会，内容详细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97297111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D260B05-3A72-ED46-A053-F6C08B8E5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989149"/>
              </p:ext>
            </p:extLst>
          </p:nvPr>
        </p:nvGraphicFramePr>
        <p:xfrm>
          <a:off x="5974833" y="1690689"/>
          <a:ext cx="5658832" cy="4351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4379">
                  <a:extLst>
                    <a:ext uri="{9D8B030D-6E8A-4147-A177-3AD203B41FA5}">
                      <a16:colId xmlns:a16="http://schemas.microsoft.com/office/drawing/2014/main" val="1006105675"/>
                    </a:ext>
                  </a:extLst>
                </a:gridCol>
                <a:gridCol w="2195018">
                  <a:extLst>
                    <a:ext uri="{9D8B030D-6E8A-4147-A177-3AD203B41FA5}">
                      <a16:colId xmlns:a16="http://schemas.microsoft.com/office/drawing/2014/main" val="1039613790"/>
                    </a:ext>
                  </a:extLst>
                </a:gridCol>
                <a:gridCol w="1649435">
                  <a:extLst>
                    <a:ext uri="{9D8B030D-6E8A-4147-A177-3AD203B41FA5}">
                      <a16:colId xmlns:a16="http://schemas.microsoft.com/office/drawing/2014/main" val="1917507563"/>
                    </a:ext>
                  </a:extLst>
                </a:gridCol>
              </a:tblGrid>
              <a:tr h="41426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封皮正确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封皮存在部分问题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缺少封皮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6535607"/>
                  </a:ext>
                </a:extLst>
              </a:tr>
              <a:tr h="41426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实验目的正确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实验目的存在部分问题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缺少实验目的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6676084"/>
                  </a:ext>
                </a:extLst>
              </a:tr>
              <a:tr h="41426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实验要求正确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实验要求存在部分问题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缺少实验要求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46475924"/>
                  </a:ext>
                </a:extLst>
              </a:tr>
              <a:tr h="56651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具有需求分析，内容详细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具有需求分析，但内容稍微简单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不具有需求分析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42451307"/>
                  </a:ext>
                </a:extLst>
              </a:tr>
              <a:tr h="41426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具有系统设计，内容详细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具有系统设计，但内容稍微简单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不具有系统设计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57020510"/>
                  </a:ext>
                </a:extLst>
              </a:tr>
              <a:tr h="48087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具有编码实现，内容详细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具有编码实现，但内容稍微简单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不具有编码实现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86128001"/>
                  </a:ext>
                </a:extLst>
              </a:tr>
              <a:tr h="41426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具有系统测试，内容详细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具有系统测试，但内容稍微简单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不具有系统测试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78929254"/>
                  </a:ext>
                </a:extLst>
              </a:tr>
              <a:tr h="81837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具有问题分析，内容详细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具有问题分析，但内容稍微简单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没有问题分析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79838719"/>
                  </a:ext>
                </a:extLst>
              </a:tr>
              <a:tr h="41426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具有心得体会，内容详细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具有心得体会，但内容稍微简单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没有心得体会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86007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462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出自【趣你的PPT】(微信:qunideppt)：最优质的PPT资源库"/>
          <p:cNvGrpSpPr/>
          <p:nvPr/>
        </p:nvGrpSpPr>
        <p:grpSpPr>
          <a:xfrm>
            <a:off x="0" y="292608"/>
            <a:ext cx="12190828" cy="548640"/>
            <a:chOff x="0" y="292608"/>
            <a:chExt cx="12190828" cy="548640"/>
          </a:xfrm>
        </p:grpSpPr>
        <p:sp>
          <p:nvSpPr>
            <p:cNvPr id="43" name="出自【趣你的PPT】(微信:qunideppt)：最优质的PPT资源库"/>
            <p:cNvSpPr/>
            <p:nvPr/>
          </p:nvSpPr>
          <p:spPr>
            <a:xfrm>
              <a:off x="0" y="292608"/>
              <a:ext cx="3118104" cy="548640"/>
            </a:xfrm>
            <a:custGeom>
              <a:avLst/>
              <a:gdLst>
                <a:gd name="connsiteX0" fmla="*/ 0 w 3118104"/>
                <a:gd name="connsiteY0" fmla="*/ 0 h 539496"/>
                <a:gd name="connsiteX1" fmla="*/ 3118104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0 h 539496"/>
                <a:gd name="connsiteX1" fmla="*/ 2871216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9144 h 548640"/>
                <a:gd name="connsiteX1" fmla="*/ 2679192 w 3118104"/>
                <a:gd name="connsiteY1" fmla="*/ 0 h 548640"/>
                <a:gd name="connsiteX2" fmla="*/ 3118104 w 3118104"/>
                <a:gd name="connsiteY2" fmla="*/ 548640 h 548640"/>
                <a:gd name="connsiteX3" fmla="*/ 0 w 3118104"/>
                <a:gd name="connsiteY3" fmla="*/ 548640 h 548640"/>
                <a:gd name="connsiteX4" fmla="*/ 0 w 3118104"/>
                <a:gd name="connsiteY4" fmla="*/ 9144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104" h="548640">
                  <a:moveTo>
                    <a:pt x="0" y="9144"/>
                  </a:moveTo>
                  <a:lnTo>
                    <a:pt x="2679192" y="0"/>
                  </a:lnTo>
                  <a:lnTo>
                    <a:pt x="3118104" y="548640"/>
                  </a:lnTo>
                  <a:lnTo>
                    <a:pt x="0" y="548640"/>
                  </a:lnTo>
                  <a:lnTo>
                    <a:pt x="0" y="9144"/>
                  </a:lnTo>
                  <a:close/>
                </a:path>
              </a:pathLst>
            </a:custGeom>
            <a:solidFill>
              <a:srgbClr val="5DA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45" name="出自【趣你的PPT】(微信:qunideppt)：最优质的PPT资源库"/>
            <p:cNvCxnSpPr/>
            <p:nvPr/>
          </p:nvCxnSpPr>
          <p:spPr>
            <a:xfrm>
              <a:off x="3108960" y="832104"/>
              <a:ext cx="908186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出自【趣你的PPT】(微信:qunideppt)：最优质的PPT资源库"/>
          <p:cNvSpPr txBox="1"/>
          <p:nvPr/>
        </p:nvSpPr>
        <p:spPr>
          <a:xfrm>
            <a:off x="292608" y="366873"/>
            <a:ext cx="2359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软件项目开发</a:t>
            </a:r>
          </a:p>
        </p:txBody>
      </p:sp>
      <p:sp>
        <p:nvSpPr>
          <p:cNvPr id="40" name="出自【趣你的PPT】(微信:qunideppt)：最优质的PPT资源库"/>
          <p:cNvSpPr>
            <a:spLocks/>
          </p:cNvSpPr>
          <p:nvPr/>
        </p:nvSpPr>
        <p:spPr bwMode="auto">
          <a:xfrm>
            <a:off x="1252712" y="3965062"/>
            <a:ext cx="3002424" cy="1618113"/>
          </a:xfrm>
          <a:custGeom>
            <a:avLst/>
            <a:gdLst>
              <a:gd name="T0" fmla="*/ 834 w 1542"/>
              <a:gd name="T1" fmla="*/ 831 h 831"/>
              <a:gd name="T2" fmla="*/ 708 w 1542"/>
              <a:gd name="T3" fmla="*/ 831 h 831"/>
              <a:gd name="T4" fmla="*/ 692 w 1542"/>
              <a:gd name="T5" fmla="*/ 725 h 831"/>
              <a:gd name="T6" fmla="*/ 442 w 1542"/>
              <a:gd name="T7" fmla="*/ 658 h 831"/>
              <a:gd name="T8" fmla="*/ 376 w 1542"/>
              <a:gd name="T9" fmla="*/ 742 h 831"/>
              <a:gd name="T10" fmla="*/ 266 w 1542"/>
              <a:gd name="T11" fmla="*/ 679 h 831"/>
              <a:gd name="T12" fmla="*/ 306 w 1542"/>
              <a:gd name="T13" fmla="*/ 579 h 831"/>
              <a:gd name="T14" fmla="*/ 123 w 1542"/>
              <a:gd name="T15" fmla="*/ 396 h 831"/>
              <a:gd name="T16" fmla="*/ 23 w 1542"/>
              <a:gd name="T17" fmla="*/ 436 h 831"/>
              <a:gd name="T18" fmla="*/ 0 w 1542"/>
              <a:gd name="T19" fmla="*/ 396 h 831"/>
              <a:gd name="T20" fmla="*/ 686 w 1542"/>
              <a:gd name="T21" fmla="*/ 0 h 831"/>
              <a:gd name="T22" fmla="*/ 688 w 1542"/>
              <a:gd name="T23" fmla="*/ 2 h 831"/>
              <a:gd name="T24" fmla="*/ 771 w 1542"/>
              <a:gd name="T25" fmla="*/ 40 h 831"/>
              <a:gd name="T26" fmla="*/ 854 w 1542"/>
              <a:gd name="T27" fmla="*/ 2 h 831"/>
              <a:gd name="T28" fmla="*/ 856 w 1542"/>
              <a:gd name="T29" fmla="*/ 0 h 831"/>
              <a:gd name="T30" fmla="*/ 859 w 1542"/>
              <a:gd name="T31" fmla="*/ 2 h 831"/>
              <a:gd name="T32" fmla="*/ 1542 w 1542"/>
              <a:gd name="T33" fmla="*/ 396 h 831"/>
              <a:gd name="T34" fmla="*/ 1519 w 1542"/>
              <a:gd name="T35" fmla="*/ 436 h 831"/>
              <a:gd name="T36" fmla="*/ 1419 w 1542"/>
              <a:gd name="T37" fmla="*/ 396 h 831"/>
              <a:gd name="T38" fmla="*/ 1236 w 1542"/>
              <a:gd name="T39" fmla="*/ 579 h 831"/>
              <a:gd name="T40" fmla="*/ 1276 w 1542"/>
              <a:gd name="T41" fmla="*/ 679 h 831"/>
              <a:gd name="T42" fmla="*/ 1166 w 1542"/>
              <a:gd name="T43" fmla="*/ 742 h 831"/>
              <a:gd name="T44" fmla="*/ 1100 w 1542"/>
              <a:gd name="T45" fmla="*/ 658 h 831"/>
              <a:gd name="T46" fmla="*/ 850 w 1542"/>
              <a:gd name="T47" fmla="*/ 725 h 831"/>
              <a:gd name="T48" fmla="*/ 834 w 1542"/>
              <a:gd name="T49" fmla="*/ 831 h 8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542" h="831">
                <a:moveTo>
                  <a:pt x="834" y="831"/>
                </a:moveTo>
                <a:cubicBezTo>
                  <a:pt x="708" y="831"/>
                  <a:pt x="708" y="831"/>
                  <a:pt x="708" y="831"/>
                </a:cubicBezTo>
                <a:cubicBezTo>
                  <a:pt x="692" y="725"/>
                  <a:pt x="692" y="725"/>
                  <a:pt x="692" y="725"/>
                </a:cubicBezTo>
                <a:cubicBezTo>
                  <a:pt x="605" y="716"/>
                  <a:pt x="521" y="694"/>
                  <a:pt x="442" y="658"/>
                </a:cubicBezTo>
                <a:cubicBezTo>
                  <a:pt x="376" y="742"/>
                  <a:pt x="376" y="742"/>
                  <a:pt x="376" y="742"/>
                </a:cubicBezTo>
                <a:cubicBezTo>
                  <a:pt x="266" y="679"/>
                  <a:pt x="266" y="679"/>
                  <a:pt x="266" y="679"/>
                </a:cubicBezTo>
                <a:cubicBezTo>
                  <a:pt x="306" y="579"/>
                  <a:pt x="306" y="579"/>
                  <a:pt x="306" y="579"/>
                </a:cubicBezTo>
                <a:cubicBezTo>
                  <a:pt x="235" y="528"/>
                  <a:pt x="174" y="467"/>
                  <a:pt x="123" y="396"/>
                </a:cubicBezTo>
                <a:cubicBezTo>
                  <a:pt x="23" y="436"/>
                  <a:pt x="23" y="436"/>
                  <a:pt x="23" y="436"/>
                </a:cubicBezTo>
                <a:cubicBezTo>
                  <a:pt x="0" y="396"/>
                  <a:pt x="0" y="396"/>
                  <a:pt x="0" y="396"/>
                </a:cubicBezTo>
                <a:cubicBezTo>
                  <a:pt x="686" y="0"/>
                  <a:pt x="686" y="0"/>
                  <a:pt x="686" y="0"/>
                </a:cubicBezTo>
                <a:cubicBezTo>
                  <a:pt x="688" y="2"/>
                  <a:pt x="688" y="2"/>
                  <a:pt x="688" y="2"/>
                </a:cubicBezTo>
                <a:cubicBezTo>
                  <a:pt x="709" y="27"/>
                  <a:pt x="739" y="40"/>
                  <a:pt x="771" y="40"/>
                </a:cubicBezTo>
                <a:cubicBezTo>
                  <a:pt x="803" y="40"/>
                  <a:pt x="833" y="27"/>
                  <a:pt x="854" y="2"/>
                </a:cubicBezTo>
                <a:cubicBezTo>
                  <a:pt x="856" y="0"/>
                  <a:pt x="856" y="0"/>
                  <a:pt x="856" y="0"/>
                </a:cubicBezTo>
                <a:cubicBezTo>
                  <a:pt x="859" y="2"/>
                  <a:pt x="859" y="2"/>
                  <a:pt x="859" y="2"/>
                </a:cubicBezTo>
                <a:cubicBezTo>
                  <a:pt x="1542" y="396"/>
                  <a:pt x="1542" y="396"/>
                  <a:pt x="1542" y="396"/>
                </a:cubicBezTo>
                <a:cubicBezTo>
                  <a:pt x="1519" y="436"/>
                  <a:pt x="1519" y="436"/>
                  <a:pt x="1519" y="436"/>
                </a:cubicBezTo>
                <a:cubicBezTo>
                  <a:pt x="1419" y="396"/>
                  <a:pt x="1419" y="396"/>
                  <a:pt x="1419" y="396"/>
                </a:cubicBezTo>
                <a:cubicBezTo>
                  <a:pt x="1368" y="467"/>
                  <a:pt x="1307" y="528"/>
                  <a:pt x="1236" y="579"/>
                </a:cubicBezTo>
                <a:cubicBezTo>
                  <a:pt x="1276" y="679"/>
                  <a:pt x="1276" y="679"/>
                  <a:pt x="1276" y="679"/>
                </a:cubicBezTo>
                <a:cubicBezTo>
                  <a:pt x="1166" y="742"/>
                  <a:pt x="1166" y="742"/>
                  <a:pt x="1166" y="742"/>
                </a:cubicBezTo>
                <a:cubicBezTo>
                  <a:pt x="1100" y="658"/>
                  <a:pt x="1100" y="658"/>
                  <a:pt x="1100" y="658"/>
                </a:cubicBezTo>
                <a:cubicBezTo>
                  <a:pt x="1021" y="694"/>
                  <a:pt x="937" y="716"/>
                  <a:pt x="850" y="725"/>
                </a:cubicBezTo>
                <a:lnTo>
                  <a:pt x="834" y="831"/>
                </a:lnTo>
                <a:close/>
              </a:path>
            </a:pathLst>
          </a:custGeom>
          <a:solidFill>
            <a:srgbClr val="F8D3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出自【趣你的PPT】(微信:qunideppt)：最优质的PPT资源库"/>
          <p:cNvSpPr>
            <a:spLocks noEditPoints="1"/>
          </p:cNvSpPr>
          <p:nvPr/>
        </p:nvSpPr>
        <p:spPr bwMode="auto">
          <a:xfrm>
            <a:off x="2560700" y="4507554"/>
            <a:ext cx="386447" cy="524836"/>
          </a:xfrm>
          <a:custGeom>
            <a:avLst/>
            <a:gdLst>
              <a:gd name="T0" fmla="*/ 162 w 802"/>
              <a:gd name="T1" fmla="*/ 406 h 1092"/>
              <a:gd name="T2" fmla="*/ 246 w 802"/>
              <a:gd name="T3" fmla="*/ 605 h 1092"/>
              <a:gd name="T4" fmla="*/ 315 w 802"/>
              <a:gd name="T5" fmla="*/ 764 h 1092"/>
              <a:gd name="T6" fmla="*/ 470 w 802"/>
              <a:gd name="T7" fmla="*/ 769 h 1092"/>
              <a:gd name="T8" fmla="*/ 504 w 802"/>
              <a:gd name="T9" fmla="*/ 705 h 1092"/>
              <a:gd name="T10" fmla="*/ 590 w 802"/>
              <a:gd name="T11" fmla="*/ 545 h 1092"/>
              <a:gd name="T12" fmla="*/ 401 w 802"/>
              <a:gd name="T13" fmla="*/ 167 h 1092"/>
              <a:gd name="T14" fmla="*/ 332 w 802"/>
              <a:gd name="T15" fmla="*/ 819 h 1092"/>
              <a:gd name="T16" fmla="*/ 253 w 802"/>
              <a:gd name="T17" fmla="*/ 728 h 1092"/>
              <a:gd name="T18" fmla="*/ 170 w 802"/>
              <a:gd name="T19" fmla="*/ 573 h 1092"/>
              <a:gd name="T20" fmla="*/ 401 w 802"/>
              <a:gd name="T21" fmla="*/ 117 h 1092"/>
              <a:gd name="T22" fmla="*/ 632 w 802"/>
              <a:gd name="T23" fmla="*/ 573 h 1092"/>
              <a:gd name="T24" fmla="*/ 548 w 802"/>
              <a:gd name="T25" fmla="*/ 728 h 1092"/>
              <a:gd name="T26" fmla="*/ 470 w 802"/>
              <a:gd name="T27" fmla="*/ 819 h 1092"/>
              <a:gd name="T28" fmla="*/ 287 w 802"/>
              <a:gd name="T29" fmla="*/ 979 h 1092"/>
              <a:gd name="T30" fmla="*/ 481 w 802"/>
              <a:gd name="T31" fmla="*/ 1016 h 1092"/>
              <a:gd name="T32" fmla="*/ 481 w 802"/>
              <a:gd name="T33" fmla="*/ 942 h 1092"/>
              <a:gd name="T34" fmla="*/ 310 w 802"/>
              <a:gd name="T35" fmla="*/ 1002 h 1092"/>
              <a:gd name="T36" fmla="*/ 496 w 802"/>
              <a:gd name="T37" fmla="*/ 1002 h 1092"/>
              <a:gd name="T38" fmla="*/ 519 w 802"/>
              <a:gd name="T39" fmla="*/ 979 h 1092"/>
              <a:gd name="T40" fmla="*/ 287 w 802"/>
              <a:gd name="T41" fmla="*/ 862 h 1092"/>
              <a:gd name="T42" fmla="*/ 519 w 802"/>
              <a:gd name="T43" fmla="*/ 979 h 1092"/>
              <a:gd name="T44" fmla="*/ 517 w 802"/>
              <a:gd name="T45" fmla="*/ 456 h 1092"/>
              <a:gd name="T46" fmla="*/ 439 w 802"/>
              <a:gd name="T47" fmla="*/ 535 h 1092"/>
              <a:gd name="T48" fmla="*/ 363 w 802"/>
              <a:gd name="T49" fmla="*/ 535 h 1092"/>
              <a:gd name="T50" fmla="*/ 284 w 802"/>
              <a:gd name="T51" fmla="*/ 456 h 1092"/>
              <a:gd name="T52" fmla="*/ 284 w 802"/>
              <a:gd name="T53" fmla="*/ 380 h 1092"/>
              <a:gd name="T54" fmla="*/ 363 w 802"/>
              <a:gd name="T55" fmla="*/ 302 h 1092"/>
              <a:gd name="T56" fmla="*/ 439 w 802"/>
              <a:gd name="T57" fmla="*/ 302 h 1092"/>
              <a:gd name="T58" fmla="*/ 517 w 802"/>
              <a:gd name="T59" fmla="*/ 380 h 1092"/>
              <a:gd name="T60" fmla="*/ 770 w 802"/>
              <a:gd name="T61" fmla="*/ 369 h 1092"/>
              <a:gd name="T62" fmla="*/ 729 w 802"/>
              <a:gd name="T63" fmla="*/ 406 h 1092"/>
              <a:gd name="T64" fmla="*/ 770 w 802"/>
              <a:gd name="T65" fmla="*/ 429 h 1092"/>
              <a:gd name="T66" fmla="*/ 770 w 802"/>
              <a:gd name="T67" fmla="*/ 369 h 1092"/>
              <a:gd name="T68" fmla="*/ 682 w 802"/>
              <a:gd name="T69" fmla="*/ 162 h 1092"/>
              <a:gd name="T70" fmla="*/ 640 w 802"/>
              <a:gd name="T71" fmla="*/ 119 h 1092"/>
              <a:gd name="T72" fmla="*/ 651 w 802"/>
              <a:gd name="T73" fmla="*/ 193 h 1092"/>
              <a:gd name="T74" fmla="*/ 430 w 802"/>
              <a:gd name="T75" fmla="*/ 78 h 1092"/>
              <a:gd name="T76" fmla="*/ 400 w 802"/>
              <a:gd name="T77" fmla="*/ 0 h 1092"/>
              <a:gd name="T78" fmla="*/ 370 w 802"/>
              <a:gd name="T79" fmla="*/ 78 h 1092"/>
              <a:gd name="T80" fmla="*/ 147 w 802"/>
              <a:gd name="T81" fmla="*/ 196 h 1092"/>
              <a:gd name="T82" fmla="*/ 160 w 802"/>
              <a:gd name="T83" fmla="*/ 124 h 1092"/>
              <a:gd name="T84" fmla="*/ 118 w 802"/>
              <a:gd name="T85" fmla="*/ 167 h 1092"/>
              <a:gd name="T86" fmla="*/ 72 w 802"/>
              <a:gd name="T87" fmla="*/ 406 h 1092"/>
              <a:gd name="T88" fmla="*/ 31 w 802"/>
              <a:gd name="T89" fmla="*/ 369 h 1092"/>
              <a:gd name="T90" fmla="*/ 31 w 802"/>
              <a:gd name="T91" fmla="*/ 429 h 1092"/>
              <a:gd name="T92" fmla="*/ 72 w 802"/>
              <a:gd name="T93" fmla="*/ 406 h 1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02" h="1092">
                <a:moveTo>
                  <a:pt x="401" y="167"/>
                </a:moveTo>
                <a:cubicBezTo>
                  <a:pt x="269" y="167"/>
                  <a:pt x="162" y="274"/>
                  <a:pt x="162" y="406"/>
                </a:cubicBezTo>
                <a:cubicBezTo>
                  <a:pt x="162" y="469"/>
                  <a:pt x="211" y="545"/>
                  <a:pt x="212" y="545"/>
                </a:cubicBezTo>
                <a:cubicBezTo>
                  <a:pt x="222" y="561"/>
                  <a:pt x="238" y="587"/>
                  <a:pt x="246" y="605"/>
                </a:cubicBezTo>
                <a:lnTo>
                  <a:pt x="298" y="705"/>
                </a:lnTo>
                <a:cubicBezTo>
                  <a:pt x="308" y="724"/>
                  <a:pt x="315" y="749"/>
                  <a:pt x="315" y="764"/>
                </a:cubicBezTo>
                <a:cubicBezTo>
                  <a:pt x="316" y="764"/>
                  <a:pt x="321" y="769"/>
                  <a:pt x="332" y="769"/>
                </a:cubicBezTo>
                <a:lnTo>
                  <a:pt x="470" y="769"/>
                </a:lnTo>
                <a:cubicBezTo>
                  <a:pt x="480" y="769"/>
                  <a:pt x="486" y="764"/>
                  <a:pt x="487" y="763"/>
                </a:cubicBezTo>
                <a:cubicBezTo>
                  <a:pt x="487" y="749"/>
                  <a:pt x="494" y="724"/>
                  <a:pt x="504" y="705"/>
                </a:cubicBezTo>
                <a:lnTo>
                  <a:pt x="555" y="605"/>
                </a:lnTo>
                <a:cubicBezTo>
                  <a:pt x="564" y="588"/>
                  <a:pt x="579" y="561"/>
                  <a:pt x="590" y="545"/>
                </a:cubicBezTo>
                <a:cubicBezTo>
                  <a:pt x="607" y="519"/>
                  <a:pt x="640" y="456"/>
                  <a:pt x="640" y="406"/>
                </a:cubicBezTo>
                <a:cubicBezTo>
                  <a:pt x="640" y="274"/>
                  <a:pt x="533" y="167"/>
                  <a:pt x="401" y="167"/>
                </a:cubicBezTo>
                <a:close/>
                <a:moveTo>
                  <a:pt x="470" y="819"/>
                </a:moveTo>
                <a:lnTo>
                  <a:pt x="332" y="819"/>
                </a:lnTo>
                <a:cubicBezTo>
                  <a:pt x="294" y="819"/>
                  <a:pt x="265" y="795"/>
                  <a:pt x="265" y="764"/>
                </a:cubicBezTo>
                <a:cubicBezTo>
                  <a:pt x="265" y="760"/>
                  <a:pt x="261" y="743"/>
                  <a:pt x="253" y="728"/>
                </a:cubicBezTo>
                <a:lnTo>
                  <a:pt x="202" y="628"/>
                </a:lnTo>
                <a:cubicBezTo>
                  <a:pt x="194" y="612"/>
                  <a:pt x="180" y="587"/>
                  <a:pt x="170" y="573"/>
                </a:cubicBezTo>
                <a:cubicBezTo>
                  <a:pt x="164" y="564"/>
                  <a:pt x="112" y="482"/>
                  <a:pt x="112" y="406"/>
                </a:cubicBezTo>
                <a:cubicBezTo>
                  <a:pt x="112" y="246"/>
                  <a:pt x="241" y="117"/>
                  <a:pt x="401" y="117"/>
                </a:cubicBezTo>
                <a:cubicBezTo>
                  <a:pt x="560" y="117"/>
                  <a:pt x="690" y="246"/>
                  <a:pt x="690" y="406"/>
                </a:cubicBezTo>
                <a:cubicBezTo>
                  <a:pt x="690" y="482"/>
                  <a:pt x="638" y="564"/>
                  <a:pt x="632" y="573"/>
                </a:cubicBezTo>
                <a:cubicBezTo>
                  <a:pt x="622" y="587"/>
                  <a:pt x="608" y="612"/>
                  <a:pt x="600" y="628"/>
                </a:cubicBezTo>
                <a:lnTo>
                  <a:pt x="548" y="728"/>
                </a:lnTo>
                <a:cubicBezTo>
                  <a:pt x="541" y="743"/>
                  <a:pt x="537" y="760"/>
                  <a:pt x="537" y="764"/>
                </a:cubicBezTo>
                <a:cubicBezTo>
                  <a:pt x="537" y="795"/>
                  <a:pt x="507" y="819"/>
                  <a:pt x="470" y="819"/>
                </a:cubicBezTo>
                <a:close/>
                <a:moveTo>
                  <a:pt x="325" y="942"/>
                </a:moveTo>
                <a:cubicBezTo>
                  <a:pt x="304" y="942"/>
                  <a:pt x="287" y="958"/>
                  <a:pt x="287" y="979"/>
                </a:cubicBezTo>
                <a:cubicBezTo>
                  <a:pt x="287" y="999"/>
                  <a:pt x="304" y="1016"/>
                  <a:pt x="325" y="1016"/>
                </a:cubicBezTo>
                <a:lnTo>
                  <a:pt x="481" y="1016"/>
                </a:lnTo>
                <a:cubicBezTo>
                  <a:pt x="502" y="1016"/>
                  <a:pt x="519" y="999"/>
                  <a:pt x="519" y="979"/>
                </a:cubicBezTo>
                <a:cubicBezTo>
                  <a:pt x="519" y="958"/>
                  <a:pt x="502" y="942"/>
                  <a:pt x="481" y="942"/>
                </a:cubicBezTo>
                <a:lnTo>
                  <a:pt x="325" y="942"/>
                </a:lnTo>
                <a:close/>
                <a:moveTo>
                  <a:pt x="310" y="1002"/>
                </a:moveTo>
                <a:cubicBezTo>
                  <a:pt x="312" y="1052"/>
                  <a:pt x="353" y="1092"/>
                  <a:pt x="403" y="1092"/>
                </a:cubicBezTo>
                <a:cubicBezTo>
                  <a:pt x="453" y="1092"/>
                  <a:pt x="494" y="1052"/>
                  <a:pt x="496" y="1002"/>
                </a:cubicBezTo>
                <a:lnTo>
                  <a:pt x="310" y="1002"/>
                </a:lnTo>
                <a:close/>
                <a:moveTo>
                  <a:pt x="519" y="979"/>
                </a:moveTo>
                <a:lnTo>
                  <a:pt x="287" y="979"/>
                </a:lnTo>
                <a:lnTo>
                  <a:pt x="287" y="862"/>
                </a:lnTo>
                <a:lnTo>
                  <a:pt x="519" y="862"/>
                </a:lnTo>
                <a:lnTo>
                  <a:pt x="519" y="979"/>
                </a:lnTo>
                <a:close/>
                <a:moveTo>
                  <a:pt x="555" y="418"/>
                </a:moveTo>
                <a:cubicBezTo>
                  <a:pt x="555" y="439"/>
                  <a:pt x="538" y="456"/>
                  <a:pt x="517" y="456"/>
                </a:cubicBezTo>
                <a:lnTo>
                  <a:pt x="439" y="456"/>
                </a:lnTo>
                <a:lnTo>
                  <a:pt x="439" y="535"/>
                </a:lnTo>
                <a:cubicBezTo>
                  <a:pt x="439" y="556"/>
                  <a:pt x="422" y="573"/>
                  <a:pt x="401" y="573"/>
                </a:cubicBezTo>
                <a:cubicBezTo>
                  <a:pt x="380" y="573"/>
                  <a:pt x="363" y="556"/>
                  <a:pt x="363" y="535"/>
                </a:cubicBezTo>
                <a:lnTo>
                  <a:pt x="363" y="456"/>
                </a:lnTo>
                <a:lnTo>
                  <a:pt x="284" y="456"/>
                </a:lnTo>
                <a:cubicBezTo>
                  <a:pt x="263" y="456"/>
                  <a:pt x="246" y="439"/>
                  <a:pt x="246" y="418"/>
                </a:cubicBezTo>
                <a:cubicBezTo>
                  <a:pt x="246" y="397"/>
                  <a:pt x="263" y="380"/>
                  <a:pt x="284" y="380"/>
                </a:cubicBezTo>
                <a:lnTo>
                  <a:pt x="363" y="380"/>
                </a:lnTo>
                <a:lnTo>
                  <a:pt x="363" y="302"/>
                </a:lnTo>
                <a:cubicBezTo>
                  <a:pt x="363" y="281"/>
                  <a:pt x="380" y="264"/>
                  <a:pt x="401" y="264"/>
                </a:cubicBezTo>
                <a:cubicBezTo>
                  <a:pt x="422" y="264"/>
                  <a:pt x="439" y="281"/>
                  <a:pt x="439" y="302"/>
                </a:cubicBezTo>
                <a:lnTo>
                  <a:pt x="439" y="380"/>
                </a:lnTo>
                <a:lnTo>
                  <a:pt x="517" y="380"/>
                </a:lnTo>
                <a:cubicBezTo>
                  <a:pt x="538" y="380"/>
                  <a:pt x="555" y="397"/>
                  <a:pt x="555" y="418"/>
                </a:cubicBezTo>
                <a:close/>
                <a:moveTo>
                  <a:pt x="770" y="369"/>
                </a:moveTo>
                <a:lnTo>
                  <a:pt x="727" y="369"/>
                </a:lnTo>
                <a:cubicBezTo>
                  <a:pt x="728" y="381"/>
                  <a:pt x="729" y="393"/>
                  <a:pt x="729" y="406"/>
                </a:cubicBezTo>
                <a:cubicBezTo>
                  <a:pt x="729" y="414"/>
                  <a:pt x="728" y="421"/>
                  <a:pt x="728" y="429"/>
                </a:cubicBezTo>
                <a:lnTo>
                  <a:pt x="770" y="429"/>
                </a:lnTo>
                <a:cubicBezTo>
                  <a:pt x="788" y="429"/>
                  <a:pt x="802" y="416"/>
                  <a:pt x="802" y="399"/>
                </a:cubicBezTo>
                <a:cubicBezTo>
                  <a:pt x="802" y="383"/>
                  <a:pt x="788" y="369"/>
                  <a:pt x="770" y="369"/>
                </a:cubicBezTo>
                <a:close/>
                <a:moveTo>
                  <a:pt x="651" y="193"/>
                </a:moveTo>
                <a:lnTo>
                  <a:pt x="682" y="162"/>
                </a:lnTo>
                <a:cubicBezTo>
                  <a:pt x="694" y="149"/>
                  <a:pt x="695" y="130"/>
                  <a:pt x="683" y="118"/>
                </a:cubicBezTo>
                <a:cubicBezTo>
                  <a:pt x="671" y="107"/>
                  <a:pt x="652" y="107"/>
                  <a:pt x="640" y="119"/>
                </a:cubicBezTo>
                <a:lnTo>
                  <a:pt x="608" y="151"/>
                </a:lnTo>
                <a:cubicBezTo>
                  <a:pt x="624" y="163"/>
                  <a:pt x="638" y="177"/>
                  <a:pt x="651" y="193"/>
                </a:cubicBezTo>
                <a:close/>
                <a:moveTo>
                  <a:pt x="400" y="77"/>
                </a:moveTo>
                <a:cubicBezTo>
                  <a:pt x="410" y="77"/>
                  <a:pt x="420" y="77"/>
                  <a:pt x="430" y="78"/>
                </a:cubicBezTo>
                <a:lnTo>
                  <a:pt x="430" y="32"/>
                </a:lnTo>
                <a:cubicBezTo>
                  <a:pt x="430" y="14"/>
                  <a:pt x="416" y="0"/>
                  <a:pt x="400" y="0"/>
                </a:cubicBezTo>
                <a:cubicBezTo>
                  <a:pt x="384" y="0"/>
                  <a:pt x="370" y="14"/>
                  <a:pt x="370" y="32"/>
                </a:cubicBezTo>
                <a:lnTo>
                  <a:pt x="370" y="78"/>
                </a:lnTo>
                <a:cubicBezTo>
                  <a:pt x="380" y="77"/>
                  <a:pt x="390" y="77"/>
                  <a:pt x="400" y="77"/>
                </a:cubicBezTo>
                <a:close/>
                <a:moveTo>
                  <a:pt x="147" y="196"/>
                </a:moveTo>
                <a:cubicBezTo>
                  <a:pt x="160" y="181"/>
                  <a:pt x="174" y="167"/>
                  <a:pt x="189" y="154"/>
                </a:cubicBezTo>
                <a:lnTo>
                  <a:pt x="160" y="124"/>
                </a:lnTo>
                <a:cubicBezTo>
                  <a:pt x="148" y="112"/>
                  <a:pt x="129" y="112"/>
                  <a:pt x="117" y="124"/>
                </a:cubicBezTo>
                <a:cubicBezTo>
                  <a:pt x="105" y="135"/>
                  <a:pt x="106" y="155"/>
                  <a:pt x="118" y="167"/>
                </a:cubicBezTo>
                <a:lnTo>
                  <a:pt x="147" y="196"/>
                </a:lnTo>
                <a:close/>
                <a:moveTo>
                  <a:pt x="72" y="406"/>
                </a:moveTo>
                <a:cubicBezTo>
                  <a:pt x="72" y="393"/>
                  <a:pt x="72" y="381"/>
                  <a:pt x="74" y="369"/>
                </a:cubicBezTo>
                <a:lnTo>
                  <a:pt x="31" y="369"/>
                </a:lnTo>
                <a:cubicBezTo>
                  <a:pt x="14" y="369"/>
                  <a:pt x="0" y="383"/>
                  <a:pt x="0" y="399"/>
                </a:cubicBezTo>
                <a:cubicBezTo>
                  <a:pt x="0" y="416"/>
                  <a:pt x="14" y="429"/>
                  <a:pt x="31" y="429"/>
                </a:cubicBezTo>
                <a:lnTo>
                  <a:pt x="73" y="429"/>
                </a:lnTo>
                <a:cubicBezTo>
                  <a:pt x="72" y="421"/>
                  <a:pt x="72" y="414"/>
                  <a:pt x="72" y="4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Group 41出自【趣你的PPT】(微信:qunideppt)：最优质的PPT资源库"/>
          <p:cNvGrpSpPr/>
          <p:nvPr/>
        </p:nvGrpSpPr>
        <p:grpSpPr>
          <a:xfrm>
            <a:off x="1000833" y="2047622"/>
            <a:ext cx="1719244" cy="2598985"/>
            <a:chOff x="1135010" y="1601386"/>
            <a:chExt cx="2073637" cy="3134721"/>
          </a:xfrm>
        </p:grpSpPr>
        <p:sp>
          <p:nvSpPr>
            <p:cNvPr id="4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1135010" y="1601386"/>
              <a:ext cx="2073637" cy="3134721"/>
            </a:xfrm>
            <a:custGeom>
              <a:avLst/>
              <a:gdLst>
                <a:gd name="T0" fmla="*/ 112 w 883"/>
                <a:gd name="T1" fmla="*/ 1335 h 1335"/>
                <a:gd name="T2" fmla="*/ 89 w 883"/>
                <a:gd name="T3" fmla="*/ 1295 h 1335"/>
                <a:gd name="T4" fmla="*/ 173 w 883"/>
                <a:gd name="T5" fmla="*/ 1229 h 1335"/>
                <a:gd name="T6" fmla="*/ 106 w 883"/>
                <a:gd name="T7" fmla="*/ 979 h 1335"/>
                <a:gd name="T8" fmla="*/ 0 w 883"/>
                <a:gd name="T9" fmla="*/ 963 h 1335"/>
                <a:gd name="T10" fmla="*/ 0 w 883"/>
                <a:gd name="T11" fmla="*/ 836 h 1335"/>
                <a:gd name="T12" fmla="*/ 106 w 883"/>
                <a:gd name="T13" fmla="*/ 821 h 1335"/>
                <a:gd name="T14" fmla="*/ 173 w 883"/>
                <a:gd name="T15" fmla="*/ 571 h 1335"/>
                <a:gd name="T16" fmla="*/ 89 w 883"/>
                <a:gd name="T17" fmla="*/ 505 h 1335"/>
                <a:gd name="T18" fmla="*/ 152 w 883"/>
                <a:gd name="T19" fmla="*/ 395 h 1335"/>
                <a:gd name="T20" fmla="*/ 252 w 883"/>
                <a:gd name="T21" fmla="*/ 435 h 1335"/>
                <a:gd name="T22" fmla="*/ 435 w 883"/>
                <a:gd name="T23" fmla="*/ 252 h 1335"/>
                <a:gd name="T24" fmla="*/ 395 w 883"/>
                <a:gd name="T25" fmla="*/ 152 h 1335"/>
                <a:gd name="T26" fmla="*/ 505 w 883"/>
                <a:gd name="T27" fmla="*/ 89 h 1335"/>
                <a:gd name="T28" fmla="*/ 571 w 883"/>
                <a:gd name="T29" fmla="*/ 173 h 1335"/>
                <a:gd name="T30" fmla="*/ 821 w 883"/>
                <a:gd name="T31" fmla="*/ 106 h 1335"/>
                <a:gd name="T32" fmla="*/ 836 w 883"/>
                <a:gd name="T33" fmla="*/ 0 h 1335"/>
                <a:gd name="T34" fmla="*/ 883 w 883"/>
                <a:gd name="T35" fmla="*/ 0 h 1335"/>
                <a:gd name="T36" fmla="*/ 883 w 883"/>
                <a:gd name="T37" fmla="*/ 792 h 1335"/>
                <a:gd name="T38" fmla="*/ 879 w 883"/>
                <a:gd name="T39" fmla="*/ 792 h 1335"/>
                <a:gd name="T40" fmla="*/ 790 w 883"/>
                <a:gd name="T41" fmla="*/ 900 h 1335"/>
                <a:gd name="T42" fmla="*/ 797 w 883"/>
                <a:gd name="T43" fmla="*/ 936 h 1335"/>
                <a:gd name="T44" fmla="*/ 798 w 883"/>
                <a:gd name="T45" fmla="*/ 939 h 1335"/>
                <a:gd name="T46" fmla="*/ 795 w 883"/>
                <a:gd name="T47" fmla="*/ 941 h 1335"/>
                <a:gd name="T48" fmla="*/ 112 w 883"/>
                <a:gd name="T49" fmla="*/ 1335 h 1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83" h="1335">
                  <a:moveTo>
                    <a:pt x="112" y="1335"/>
                  </a:moveTo>
                  <a:cubicBezTo>
                    <a:pt x="89" y="1295"/>
                    <a:pt x="89" y="1295"/>
                    <a:pt x="89" y="1295"/>
                  </a:cubicBezTo>
                  <a:cubicBezTo>
                    <a:pt x="173" y="1229"/>
                    <a:pt x="173" y="1229"/>
                    <a:pt x="173" y="1229"/>
                  </a:cubicBezTo>
                  <a:cubicBezTo>
                    <a:pt x="137" y="1149"/>
                    <a:pt x="115" y="1065"/>
                    <a:pt x="106" y="979"/>
                  </a:cubicBezTo>
                  <a:cubicBezTo>
                    <a:pt x="0" y="963"/>
                    <a:pt x="0" y="963"/>
                    <a:pt x="0" y="963"/>
                  </a:cubicBezTo>
                  <a:cubicBezTo>
                    <a:pt x="0" y="836"/>
                    <a:pt x="0" y="836"/>
                    <a:pt x="0" y="836"/>
                  </a:cubicBezTo>
                  <a:cubicBezTo>
                    <a:pt x="106" y="821"/>
                    <a:pt x="106" y="821"/>
                    <a:pt x="106" y="821"/>
                  </a:cubicBezTo>
                  <a:cubicBezTo>
                    <a:pt x="115" y="734"/>
                    <a:pt x="137" y="650"/>
                    <a:pt x="173" y="571"/>
                  </a:cubicBezTo>
                  <a:cubicBezTo>
                    <a:pt x="89" y="505"/>
                    <a:pt x="89" y="505"/>
                    <a:pt x="89" y="505"/>
                  </a:cubicBezTo>
                  <a:cubicBezTo>
                    <a:pt x="152" y="395"/>
                    <a:pt x="152" y="395"/>
                    <a:pt x="152" y="395"/>
                  </a:cubicBezTo>
                  <a:cubicBezTo>
                    <a:pt x="252" y="435"/>
                    <a:pt x="252" y="435"/>
                    <a:pt x="252" y="435"/>
                  </a:cubicBezTo>
                  <a:cubicBezTo>
                    <a:pt x="303" y="364"/>
                    <a:pt x="364" y="303"/>
                    <a:pt x="435" y="252"/>
                  </a:cubicBezTo>
                  <a:cubicBezTo>
                    <a:pt x="395" y="152"/>
                    <a:pt x="395" y="152"/>
                    <a:pt x="395" y="152"/>
                  </a:cubicBezTo>
                  <a:cubicBezTo>
                    <a:pt x="505" y="89"/>
                    <a:pt x="505" y="89"/>
                    <a:pt x="505" y="89"/>
                  </a:cubicBezTo>
                  <a:cubicBezTo>
                    <a:pt x="571" y="173"/>
                    <a:pt x="571" y="173"/>
                    <a:pt x="571" y="173"/>
                  </a:cubicBezTo>
                  <a:cubicBezTo>
                    <a:pt x="650" y="137"/>
                    <a:pt x="734" y="115"/>
                    <a:pt x="821" y="106"/>
                  </a:cubicBezTo>
                  <a:cubicBezTo>
                    <a:pt x="836" y="0"/>
                    <a:pt x="836" y="0"/>
                    <a:pt x="836" y="0"/>
                  </a:cubicBezTo>
                  <a:cubicBezTo>
                    <a:pt x="883" y="0"/>
                    <a:pt x="883" y="0"/>
                    <a:pt x="883" y="0"/>
                  </a:cubicBezTo>
                  <a:cubicBezTo>
                    <a:pt x="883" y="792"/>
                    <a:pt x="883" y="792"/>
                    <a:pt x="883" y="792"/>
                  </a:cubicBezTo>
                  <a:cubicBezTo>
                    <a:pt x="879" y="792"/>
                    <a:pt x="879" y="792"/>
                    <a:pt x="879" y="792"/>
                  </a:cubicBezTo>
                  <a:cubicBezTo>
                    <a:pt x="828" y="802"/>
                    <a:pt x="790" y="847"/>
                    <a:pt x="790" y="900"/>
                  </a:cubicBezTo>
                  <a:cubicBezTo>
                    <a:pt x="790" y="912"/>
                    <a:pt x="793" y="924"/>
                    <a:pt x="797" y="936"/>
                  </a:cubicBezTo>
                  <a:cubicBezTo>
                    <a:pt x="798" y="939"/>
                    <a:pt x="798" y="939"/>
                    <a:pt x="798" y="939"/>
                  </a:cubicBezTo>
                  <a:cubicBezTo>
                    <a:pt x="795" y="941"/>
                    <a:pt x="795" y="941"/>
                    <a:pt x="795" y="941"/>
                  </a:cubicBezTo>
                  <a:lnTo>
                    <a:pt x="112" y="1335"/>
                  </a:lnTo>
                  <a:close/>
                </a:path>
              </a:pathLst>
            </a:custGeom>
            <a:solidFill>
              <a:srgbClr val="7CC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2039120" y="2912400"/>
              <a:ext cx="518886" cy="583244"/>
            </a:xfrm>
            <a:custGeom>
              <a:avLst/>
              <a:gdLst>
                <a:gd name="T0" fmla="*/ 458 w 894"/>
                <a:gd name="T1" fmla="*/ 163 h 1005"/>
                <a:gd name="T2" fmla="*/ 417 w 894"/>
                <a:gd name="T3" fmla="*/ 122 h 1005"/>
                <a:gd name="T4" fmla="*/ 458 w 894"/>
                <a:gd name="T5" fmla="*/ 81 h 1005"/>
                <a:gd name="T6" fmla="*/ 499 w 894"/>
                <a:gd name="T7" fmla="*/ 122 h 1005"/>
                <a:gd name="T8" fmla="*/ 458 w 894"/>
                <a:gd name="T9" fmla="*/ 163 h 1005"/>
                <a:gd name="T10" fmla="*/ 890 w 894"/>
                <a:gd name="T11" fmla="*/ 758 h 1005"/>
                <a:gd name="T12" fmla="*/ 803 w 894"/>
                <a:gd name="T13" fmla="*/ 637 h 1005"/>
                <a:gd name="T14" fmla="*/ 716 w 894"/>
                <a:gd name="T15" fmla="*/ 390 h 1005"/>
                <a:gd name="T16" fmla="*/ 714 w 894"/>
                <a:gd name="T17" fmla="*/ 384 h 1005"/>
                <a:gd name="T18" fmla="*/ 544 w 894"/>
                <a:gd name="T19" fmla="*/ 208 h 1005"/>
                <a:gd name="T20" fmla="*/ 580 w 894"/>
                <a:gd name="T21" fmla="*/ 122 h 1005"/>
                <a:gd name="T22" fmla="*/ 458 w 894"/>
                <a:gd name="T23" fmla="*/ 0 h 1005"/>
                <a:gd name="T24" fmla="*/ 336 w 894"/>
                <a:gd name="T25" fmla="*/ 122 h 1005"/>
                <a:gd name="T26" fmla="*/ 369 w 894"/>
                <a:gd name="T27" fmla="*/ 205 h 1005"/>
                <a:gd name="T28" fmla="*/ 185 w 894"/>
                <a:gd name="T29" fmla="*/ 380 h 1005"/>
                <a:gd name="T30" fmla="*/ 184 w 894"/>
                <a:gd name="T31" fmla="*/ 386 h 1005"/>
                <a:gd name="T32" fmla="*/ 94 w 894"/>
                <a:gd name="T33" fmla="*/ 632 h 1005"/>
                <a:gd name="T34" fmla="*/ 4 w 894"/>
                <a:gd name="T35" fmla="*/ 751 h 1005"/>
                <a:gd name="T36" fmla="*/ 39 w 894"/>
                <a:gd name="T37" fmla="*/ 819 h 1005"/>
                <a:gd name="T38" fmla="*/ 369 w 894"/>
                <a:gd name="T39" fmla="*/ 882 h 1005"/>
                <a:gd name="T40" fmla="*/ 363 w 894"/>
                <a:gd name="T41" fmla="*/ 912 h 1005"/>
                <a:gd name="T42" fmla="*/ 454 w 894"/>
                <a:gd name="T43" fmla="*/ 1004 h 1005"/>
                <a:gd name="T44" fmla="*/ 546 w 894"/>
                <a:gd name="T45" fmla="*/ 914 h 1005"/>
                <a:gd name="T46" fmla="*/ 541 w 894"/>
                <a:gd name="T47" fmla="*/ 882 h 1005"/>
                <a:gd name="T48" fmla="*/ 856 w 894"/>
                <a:gd name="T49" fmla="*/ 824 h 1005"/>
                <a:gd name="T50" fmla="*/ 890 w 894"/>
                <a:gd name="T51" fmla="*/ 758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94" h="1005">
                  <a:moveTo>
                    <a:pt x="458" y="163"/>
                  </a:moveTo>
                  <a:cubicBezTo>
                    <a:pt x="436" y="163"/>
                    <a:pt x="417" y="144"/>
                    <a:pt x="417" y="122"/>
                  </a:cubicBezTo>
                  <a:cubicBezTo>
                    <a:pt x="417" y="100"/>
                    <a:pt x="436" y="81"/>
                    <a:pt x="458" y="81"/>
                  </a:cubicBezTo>
                  <a:cubicBezTo>
                    <a:pt x="480" y="81"/>
                    <a:pt x="499" y="100"/>
                    <a:pt x="499" y="122"/>
                  </a:cubicBezTo>
                  <a:cubicBezTo>
                    <a:pt x="499" y="144"/>
                    <a:pt x="480" y="163"/>
                    <a:pt x="458" y="163"/>
                  </a:cubicBezTo>
                  <a:close/>
                  <a:moveTo>
                    <a:pt x="890" y="758"/>
                  </a:moveTo>
                  <a:cubicBezTo>
                    <a:pt x="888" y="746"/>
                    <a:pt x="876" y="686"/>
                    <a:pt x="803" y="637"/>
                  </a:cubicBezTo>
                  <a:cubicBezTo>
                    <a:pt x="797" y="632"/>
                    <a:pt x="765" y="593"/>
                    <a:pt x="716" y="390"/>
                  </a:cubicBezTo>
                  <a:lnTo>
                    <a:pt x="714" y="384"/>
                  </a:lnTo>
                  <a:cubicBezTo>
                    <a:pt x="696" y="306"/>
                    <a:pt x="660" y="233"/>
                    <a:pt x="544" y="208"/>
                  </a:cubicBezTo>
                  <a:cubicBezTo>
                    <a:pt x="566" y="186"/>
                    <a:pt x="580" y="156"/>
                    <a:pt x="580" y="122"/>
                  </a:cubicBezTo>
                  <a:cubicBezTo>
                    <a:pt x="580" y="55"/>
                    <a:pt x="525" y="0"/>
                    <a:pt x="458" y="0"/>
                  </a:cubicBezTo>
                  <a:cubicBezTo>
                    <a:pt x="391" y="0"/>
                    <a:pt x="336" y="55"/>
                    <a:pt x="336" y="122"/>
                  </a:cubicBezTo>
                  <a:cubicBezTo>
                    <a:pt x="336" y="154"/>
                    <a:pt x="349" y="183"/>
                    <a:pt x="369" y="205"/>
                  </a:cubicBezTo>
                  <a:cubicBezTo>
                    <a:pt x="243" y="227"/>
                    <a:pt x="205" y="304"/>
                    <a:pt x="185" y="380"/>
                  </a:cubicBezTo>
                  <a:lnTo>
                    <a:pt x="184" y="386"/>
                  </a:lnTo>
                  <a:cubicBezTo>
                    <a:pt x="132" y="588"/>
                    <a:pt x="99" y="627"/>
                    <a:pt x="94" y="632"/>
                  </a:cubicBezTo>
                  <a:cubicBezTo>
                    <a:pt x="19" y="680"/>
                    <a:pt x="6" y="740"/>
                    <a:pt x="4" y="751"/>
                  </a:cubicBezTo>
                  <a:cubicBezTo>
                    <a:pt x="0" y="779"/>
                    <a:pt x="14" y="806"/>
                    <a:pt x="39" y="819"/>
                  </a:cubicBezTo>
                  <a:cubicBezTo>
                    <a:pt x="44" y="821"/>
                    <a:pt x="149" y="870"/>
                    <a:pt x="369" y="882"/>
                  </a:cubicBezTo>
                  <a:cubicBezTo>
                    <a:pt x="365" y="891"/>
                    <a:pt x="363" y="901"/>
                    <a:pt x="363" y="912"/>
                  </a:cubicBezTo>
                  <a:cubicBezTo>
                    <a:pt x="363" y="963"/>
                    <a:pt x="403" y="1004"/>
                    <a:pt x="454" y="1004"/>
                  </a:cubicBezTo>
                  <a:cubicBezTo>
                    <a:pt x="504" y="1005"/>
                    <a:pt x="546" y="964"/>
                    <a:pt x="546" y="914"/>
                  </a:cubicBezTo>
                  <a:cubicBezTo>
                    <a:pt x="546" y="903"/>
                    <a:pt x="544" y="892"/>
                    <a:pt x="541" y="882"/>
                  </a:cubicBezTo>
                  <a:cubicBezTo>
                    <a:pt x="752" y="873"/>
                    <a:pt x="845" y="829"/>
                    <a:pt x="856" y="824"/>
                  </a:cubicBezTo>
                  <a:cubicBezTo>
                    <a:pt x="880" y="811"/>
                    <a:pt x="894" y="785"/>
                    <a:pt x="890" y="7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" name="Group 48出自【趣你的PPT】(微信:qunideppt)：最优质的PPT资源库"/>
          <p:cNvGrpSpPr/>
          <p:nvPr/>
        </p:nvGrpSpPr>
        <p:grpSpPr>
          <a:xfrm>
            <a:off x="2841326" y="2047622"/>
            <a:ext cx="1719244" cy="2598985"/>
            <a:chOff x="3354889" y="1601386"/>
            <a:chExt cx="2073637" cy="3134721"/>
          </a:xfrm>
          <a:solidFill>
            <a:srgbClr val="FBA41F"/>
          </a:solidFill>
        </p:grpSpPr>
        <p:sp>
          <p:nvSpPr>
            <p:cNvPr id="5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3354889" y="1601386"/>
              <a:ext cx="2073637" cy="3134721"/>
            </a:xfrm>
            <a:custGeom>
              <a:avLst/>
              <a:gdLst>
                <a:gd name="T0" fmla="*/ 771 w 883"/>
                <a:gd name="T1" fmla="*/ 1335 h 1335"/>
                <a:gd name="T2" fmla="*/ 85 w 883"/>
                <a:gd name="T3" fmla="*/ 939 h 1335"/>
                <a:gd name="T4" fmla="*/ 86 w 883"/>
                <a:gd name="T5" fmla="*/ 936 h 1335"/>
                <a:gd name="T6" fmla="*/ 92 w 883"/>
                <a:gd name="T7" fmla="*/ 900 h 1335"/>
                <a:gd name="T8" fmla="*/ 3 w 883"/>
                <a:gd name="T9" fmla="*/ 792 h 1335"/>
                <a:gd name="T10" fmla="*/ 0 w 883"/>
                <a:gd name="T11" fmla="*/ 792 h 1335"/>
                <a:gd name="T12" fmla="*/ 0 w 883"/>
                <a:gd name="T13" fmla="*/ 0 h 1335"/>
                <a:gd name="T14" fmla="*/ 46 w 883"/>
                <a:gd name="T15" fmla="*/ 0 h 1335"/>
                <a:gd name="T16" fmla="*/ 62 w 883"/>
                <a:gd name="T17" fmla="*/ 106 h 1335"/>
                <a:gd name="T18" fmla="*/ 312 w 883"/>
                <a:gd name="T19" fmla="*/ 173 h 1335"/>
                <a:gd name="T20" fmla="*/ 378 w 883"/>
                <a:gd name="T21" fmla="*/ 89 h 1335"/>
                <a:gd name="T22" fmla="*/ 488 w 883"/>
                <a:gd name="T23" fmla="*/ 152 h 1335"/>
                <a:gd name="T24" fmla="*/ 448 w 883"/>
                <a:gd name="T25" fmla="*/ 252 h 1335"/>
                <a:gd name="T26" fmla="*/ 631 w 883"/>
                <a:gd name="T27" fmla="*/ 435 h 1335"/>
                <a:gd name="T28" fmla="*/ 730 w 883"/>
                <a:gd name="T29" fmla="*/ 395 h 1335"/>
                <a:gd name="T30" fmla="*/ 794 w 883"/>
                <a:gd name="T31" fmla="*/ 505 h 1335"/>
                <a:gd name="T32" fmla="*/ 710 w 883"/>
                <a:gd name="T33" fmla="*/ 571 h 1335"/>
                <a:gd name="T34" fmla="*/ 777 w 883"/>
                <a:gd name="T35" fmla="*/ 821 h 1335"/>
                <a:gd name="T36" fmla="*/ 883 w 883"/>
                <a:gd name="T37" fmla="*/ 836 h 1335"/>
                <a:gd name="T38" fmla="*/ 883 w 883"/>
                <a:gd name="T39" fmla="*/ 963 h 1335"/>
                <a:gd name="T40" fmla="*/ 777 w 883"/>
                <a:gd name="T41" fmla="*/ 979 h 1335"/>
                <a:gd name="T42" fmla="*/ 710 w 883"/>
                <a:gd name="T43" fmla="*/ 1229 h 1335"/>
                <a:gd name="T44" fmla="*/ 794 w 883"/>
                <a:gd name="T45" fmla="*/ 1295 h 1335"/>
                <a:gd name="T46" fmla="*/ 771 w 883"/>
                <a:gd name="T47" fmla="*/ 1335 h 1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83" h="1335">
                  <a:moveTo>
                    <a:pt x="771" y="1335"/>
                  </a:moveTo>
                  <a:cubicBezTo>
                    <a:pt x="85" y="939"/>
                    <a:pt x="85" y="939"/>
                    <a:pt x="85" y="939"/>
                  </a:cubicBezTo>
                  <a:cubicBezTo>
                    <a:pt x="86" y="936"/>
                    <a:pt x="86" y="936"/>
                    <a:pt x="86" y="936"/>
                  </a:cubicBezTo>
                  <a:cubicBezTo>
                    <a:pt x="90" y="924"/>
                    <a:pt x="92" y="912"/>
                    <a:pt x="92" y="900"/>
                  </a:cubicBezTo>
                  <a:cubicBezTo>
                    <a:pt x="92" y="847"/>
                    <a:pt x="55" y="802"/>
                    <a:pt x="3" y="792"/>
                  </a:cubicBezTo>
                  <a:cubicBezTo>
                    <a:pt x="0" y="792"/>
                    <a:pt x="0" y="792"/>
                    <a:pt x="0" y="7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62" y="106"/>
                    <a:pt x="62" y="106"/>
                    <a:pt x="62" y="106"/>
                  </a:cubicBezTo>
                  <a:cubicBezTo>
                    <a:pt x="148" y="115"/>
                    <a:pt x="232" y="137"/>
                    <a:pt x="312" y="173"/>
                  </a:cubicBezTo>
                  <a:cubicBezTo>
                    <a:pt x="378" y="89"/>
                    <a:pt x="378" y="89"/>
                    <a:pt x="378" y="89"/>
                  </a:cubicBezTo>
                  <a:cubicBezTo>
                    <a:pt x="488" y="152"/>
                    <a:pt x="488" y="152"/>
                    <a:pt x="488" y="152"/>
                  </a:cubicBezTo>
                  <a:cubicBezTo>
                    <a:pt x="448" y="252"/>
                    <a:pt x="448" y="252"/>
                    <a:pt x="448" y="252"/>
                  </a:cubicBezTo>
                  <a:cubicBezTo>
                    <a:pt x="519" y="303"/>
                    <a:pt x="580" y="364"/>
                    <a:pt x="631" y="435"/>
                  </a:cubicBezTo>
                  <a:cubicBezTo>
                    <a:pt x="730" y="395"/>
                    <a:pt x="730" y="395"/>
                    <a:pt x="730" y="395"/>
                  </a:cubicBezTo>
                  <a:cubicBezTo>
                    <a:pt x="794" y="505"/>
                    <a:pt x="794" y="505"/>
                    <a:pt x="794" y="505"/>
                  </a:cubicBezTo>
                  <a:cubicBezTo>
                    <a:pt x="710" y="571"/>
                    <a:pt x="710" y="571"/>
                    <a:pt x="710" y="571"/>
                  </a:cubicBezTo>
                  <a:cubicBezTo>
                    <a:pt x="746" y="650"/>
                    <a:pt x="768" y="734"/>
                    <a:pt x="777" y="821"/>
                  </a:cubicBezTo>
                  <a:cubicBezTo>
                    <a:pt x="883" y="836"/>
                    <a:pt x="883" y="836"/>
                    <a:pt x="883" y="836"/>
                  </a:cubicBezTo>
                  <a:cubicBezTo>
                    <a:pt x="883" y="963"/>
                    <a:pt x="883" y="963"/>
                    <a:pt x="883" y="963"/>
                  </a:cubicBezTo>
                  <a:cubicBezTo>
                    <a:pt x="777" y="979"/>
                    <a:pt x="777" y="979"/>
                    <a:pt x="777" y="979"/>
                  </a:cubicBezTo>
                  <a:cubicBezTo>
                    <a:pt x="768" y="1065"/>
                    <a:pt x="746" y="1149"/>
                    <a:pt x="710" y="1229"/>
                  </a:cubicBezTo>
                  <a:cubicBezTo>
                    <a:pt x="794" y="1295"/>
                    <a:pt x="794" y="1295"/>
                    <a:pt x="794" y="1295"/>
                  </a:cubicBezTo>
                  <a:lnTo>
                    <a:pt x="771" y="1335"/>
                  </a:lnTo>
                  <a:close/>
                </a:path>
              </a:pathLst>
            </a:custGeom>
            <a:solidFill>
              <a:srgbClr val="F472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51" name="出自【趣你的PPT】(微信:qunideppt)：最优质的PPT资源库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01477" y="2916474"/>
              <a:ext cx="792549" cy="579170"/>
            </a:xfrm>
            <a:prstGeom prst="rect">
              <a:avLst/>
            </a:prstGeom>
            <a:noFill/>
          </p:spPr>
        </p:pic>
      </p:grpSp>
      <p:sp>
        <p:nvSpPr>
          <p:cNvPr id="52" name="出自【趣你的PPT】(微信:qunideppt)：最优质的PPT资源库"/>
          <p:cNvSpPr/>
          <p:nvPr/>
        </p:nvSpPr>
        <p:spPr>
          <a:xfrm>
            <a:off x="5400199" y="2444943"/>
            <a:ext cx="648182" cy="648182"/>
          </a:xfrm>
          <a:prstGeom prst="rect">
            <a:avLst/>
          </a:prstGeom>
          <a:solidFill>
            <a:srgbClr val="F472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出自【趣你的PPT】(微信:qunideppt)：最优质的PPT资源库"/>
          <p:cNvSpPr txBox="1"/>
          <p:nvPr/>
        </p:nvSpPr>
        <p:spPr>
          <a:xfrm>
            <a:off x="5348112" y="2488221"/>
            <a:ext cx="706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2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出自【趣你的PPT】(微信:qunideppt)：最优质的PPT资源库"/>
          <p:cNvSpPr txBox="1">
            <a:spLocks/>
          </p:cNvSpPr>
          <p:nvPr/>
        </p:nvSpPr>
        <p:spPr>
          <a:xfrm>
            <a:off x="6100468" y="2439580"/>
            <a:ext cx="5422738" cy="653546"/>
          </a:xfrm>
          <a:prstGeom prst="rect">
            <a:avLst/>
          </a:prstGeom>
        </p:spPr>
        <p:txBody>
          <a:bodyPr vert="horz" lIns="121682" tIns="60841" rIns="121682" bIns="6084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详读规则，按照模版要求编写实验报告</a:t>
            </a:r>
          </a:p>
        </p:txBody>
      </p:sp>
      <p:sp>
        <p:nvSpPr>
          <p:cNvPr id="55" name="出自【趣你的PPT】(微信:qunideppt)：最优质的PPT资源库"/>
          <p:cNvSpPr/>
          <p:nvPr/>
        </p:nvSpPr>
        <p:spPr>
          <a:xfrm>
            <a:off x="5348112" y="3493989"/>
            <a:ext cx="648182" cy="648182"/>
          </a:xfrm>
          <a:prstGeom prst="rect">
            <a:avLst/>
          </a:prstGeom>
          <a:solidFill>
            <a:srgbClr val="F8D3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出自【趣你的PPT】(微信:qunideppt)：最优质的PPT资源库"/>
          <p:cNvSpPr txBox="1"/>
          <p:nvPr/>
        </p:nvSpPr>
        <p:spPr>
          <a:xfrm>
            <a:off x="5296025" y="3537267"/>
            <a:ext cx="706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2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出自【趣你的PPT】(微信:qunideppt)：最优质的PPT资源库"/>
          <p:cNvSpPr txBox="1">
            <a:spLocks/>
          </p:cNvSpPr>
          <p:nvPr/>
        </p:nvSpPr>
        <p:spPr>
          <a:xfrm>
            <a:off x="6048381" y="3488626"/>
            <a:ext cx="5422738" cy="653546"/>
          </a:xfrm>
          <a:prstGeom prst="rect">
            <a:avLst/>
          </a:prstGeom>
        </p:spPr>
        <p:txBody>
          <a:bodyPr vert="horz" lIns="121682" tIns="60841" rIns="121682" bIns="6084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不要抄袭，选用课程技术栈。（非本课程的技术栈不用）</a:t>
            </a:r>
          </a:p>
        </p:txBody>
      </p:sp>
      <p:sp>
        <p:nvSpPr>
          <p:cNvPr id="58" name="出自【趣你的PPT】(微信:qunideppt)：最优质的PPT资源库"/>
          <p:cNvSpPr/>
          <p:nvPr/>
        </p:nvSpPr>
        <p:spPr>
          <a:xfrm>
            <a:off x="5400199" y="4537671"/>
            <a:ext cx="648182" cy="648182"/>
          </a:xfrm>
          <a:prstGeom prst="rect">
            <a:avLst/>
          </a:prstGeom>
          <a:solidFill>
            <a:srgbClr val="7CC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出自【趣你的PPT】(微信:qunideppt)：最优质的PPT资源库"/>
          <p:cNvSpPr txBox="1"/>
          <p:nvPr/>
        </p:nvSpPr>
        <p:spPr>
          <a:xfrm>
            <a:off x="5348112" y="4580949"/>
            <a:ext cx="706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2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出自【趣你的PPT】(微信:qunideppt)：最优质的PPT资源库"/>
          <p:cNvSpPr txBox="1">
            <a:spLocks/>
          </p:cNvSpPr>
          <p:nvPr/>
        </p:nvSpPr>
        <p:spPr>
          <a:xfrm>
            <a:off x="6100468" y="4532308"/>
            <a:ext cx="5422738" cy="653546"/>
          </a:xfrm>
          <a:prstGeom prst="rect">
            <a:avLst/>
          </a:prstGeom>
        </p:spPr>
        <p:txBody>
          <a:bodyPr vert="horz" lIns="121682" tIns="60841" rIns="121682" bIns="6084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必做功能不要忽略，不明白的就咨询一下；功能不足，成绩会收影响；</a:t>
            </a:r>
            <a:endParaRPr lang="en-US" altLang="zh-CN" sz="16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/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超过规定的功能实现会有加分</a:t>
            </a:r>
          </a:p>
        </p:txBody>
      </p:sp>
    </p:spTree>
    <p:extLst>
      <p:ext uri="{BB962C8B-B14F-4D97-AF65-F5344CB8AC3E}">
        <p14:creationId xmlns:p14="http://schemas.microsoft.com/office/powerpoint/2010/main" val="4278560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出自【趣你的PPT】(微信:qunideppt)：最优质的PPT资源库"/>
          <p:cNvGrpSpPr/>
          <p:nvPr/>
        </p:nvGrpSpPr>
        <p:grpSpPr>
          <a:xfrm>
            <a:off x="0" y="292608"/>
            <a:ext cx="12190828" cy="548640"/>
            <a:chOff x="0" y="292608"/>
            <a:chExt cx="12190828" cy="548640"/>
          </a:xfrm>
        </p:grpSpPr>
        <p:sp>
          <p:nvSpPr>
            <p:cNvPr id="43" name="出自【趣你的PPT】(微信:qunideppt)：最优质的PPT资源库"/>
            <p:cNvSpPr/>
            <p:nvPr/>
          </p:nvSpPr>
          <p:spPr>
            <a:xfrm>
              <a:off x="0" y="292608"/>
              <a:ext cx="3118104" cy="548640"/>
            </a:xfrm>
            <a:custGeom>
              <a:avLst/>
              <a:gdLst>
                <a:gd name="connsiteX0" fmla="*/ 0 w 3118104"/>
                <a:gd name="connsiteY0" fmla="*/ 0 h 539496"/>
                <a:gd name="connsiteX1" fmla="*/ 3118104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0 h 539496"/>
                <a:gd name="connsiteX1" fmla="*/ 2871216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9144 h 548640"/>
                <a:gd name="connsiteX1" fmla="*/ 2679192 w 3118104"/>
                <a:gd name="connsiteY1" fmla="*/ 0 h 548640"/>
                <a:gd name="connsiteX2" fmla="*/ 3118104 w 3118104"/>
                <a:gd name="connsiteY2" fmla="*/ 548640 h 548640"/>
                <a:gd name="connsiteX3" fmla="*/ 0 w 3118104"/>
                <a:gd name="connsiteY3" fmla="*/ 548640 h 548640"/>
                <a:gd name="connsiteX4" fmla="*/ 0 w 3118104"/>
                <a:gd name="connsiteY4" fmla="*/ 9144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104" h="548640">
                  <a:moveTo>
                    <a:pt x="0" y="9144"/>
                  </a:moveTo>
                  <a:lnTo>
                    <a:pt x="2679192" y="0"/>
                  </a:lnTo>
                  <a:lnTo>
                    <a:pt x="3118104" y="548640"/>
                  </a:lnTo>
                  <a:lnTo>
                    <a:pt x="0" y="548640"/>
                  </a:lnTo>
                  <a:lnTo>
                    <a:pt x="0" y="9144"/>
                  </a:lnTo>
                  <a:close/>
                </a:path>
              </a:pathLst>
            </a:custGeom>
            <a:solidFill>
              <a:srgbClr val="5DA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45" name="出自【趣你的PPT】(微信:qunideppt)：最优质的PPT资源库"/>
            <p:cNvCxnSpPr/>
            <p:nvPr/>
          </p:nvCxnSpPr>
          <p:spPr>
            <a:xfrm>
              <a:off x="3108960" y="832104"/>
              <a:ext cx="908186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出自【趣你的PPT】(微信:qunideppt)：最优质的PPT资源库"/>
          <p:cNvSpPr txBox="1"/>
          <p:nvPr/>
        </p:nvSpPr>
        <p:spPr>
          <a:xfrm>
            <a:off x="292608" y="366873"/>
            <a:ext cx="2359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软件项目开发</a:t>
            </a:r>
          </a:p>
        </p:txBody>
      </p:sp>
      <p:sp>
        <p:nvSpPr>
          <p:cNvPr id="40" name="出自【趣你的PPT】(微信:qunideppt)：最优质的PPT资源库"/>
          <p:cNvSpPr>
            <a:spLocks/>
          </p:cNvSpPr>
          <p:nvPr/>
        </p:nvSpPr>
        <p:spPr bwMode="auto">
          <a:xfrm>
            <a:off x="1252712" y="3965062"/>
            <a:ext cx="3002424" cy="1618113"/>
          </a:xfrm>
          <a:custGeom>
            <a:avLst/>
            <a:gdLst>
              <a:gd name="T0" fmla="*/ 834 w 1542"/>
              <a:gd name="T1" fmla="*/ 831 h 831"/>
              <a:gd name="T2" fmla="*/ 708 w 1542"/>
              <a:gd name="T3" fmla="*/ 831 h 831"/>
              <a:gd name="T4" fmla="*/ 692 w 1542"/>
              <a:gd name="T5" fmla="*/ 725 h 831"/>
              <a:gd name="T6" fmla="*/ 442 w 1542"/>
              <a:gd name="T7" fmla="*/ 658 h 831"/>
              <a:gd name="T8" fmla="*/ 376 w 1542"/>
              <a:gd name="T9" fmla="*/ 742 h 831"/>
              <a:gd name="T10" fmla="*/ 266 w 1542"/>
              <a:gd name="T11" fmla="*/ 679 h 831"/>
              <a:gd name="T12" fmla="*/ 306 w 1542"/>
              <a:gd name="T13" fmla="*/ 579 h 831"/>
              <a:gd name="T14" fmla="*/ 123 w 1542"/>
              <a:gd name="T15" fmla="*/ 396 h 831"/>
              <a:gd name="T16" fmla="*/ 23 w 1542"/>
              <a:gd name="T17" fmla="*/ 436 h 831"/>
              <a:gd name="T18" fmla="*/ 0 w 1542"/>
              <a:gd name="T19" fmla="*/ 396 h 831"/>
              <a:gd name="T20" fmla="*/ 686 w 1542"/>
              <a:gd name="T21" fmla="*/ 0 h 831"/>
              <a:gd name="T22" fmla="*/ 688 w 1542"/>
              <a:gd name="T23" fmla="*/ 2 h 831"/>
              <a:gd name="T24" fmla="*/ 771 w 1542"/>
              <a:gd name="T25" fmla="*/ 40 h 831"/>
              <a:gd name="T26" fmla="*/ 854 w 1542"/>
              <a:gd name="T27" fmla="*/ 2 h 831"/>
              <a:gd name="T28" fmla="*/ 856 w 1542"/>
              <a:gd name="T29" fmla="*/ 0 h 831"/>
              <a:gd name="T30" fmla="*/ 859 w 1542"/>
              <a:gd name="T31" fmla="*/ 2 h 831"/>
              <a:gd name="T32" fmla="*/ 1542 w 1542"/>
              <a:gd name="T33" fmla="*/ 396 h 831"/>
              <a:gd name="T34" fmla="*/ 1519 w 1542"/>
              <a:gd name="T35" fmla="*/ 436 h 831"/>
              <a:gd name="T36" fmla="*/ 1419 w 1542"/>
              <a:gd name="T37" fmla="*/ 396 h 831"/>
              <a:gd name="T38" fmla="*/ 1236 w 1542"/>
              <a:gd name="T39" fmla="*/ 579 h 831"/>
              <a:gd name="T40" fmla="*/ 1276 w 1542"/>
              <a:gd name="T41" fmla="*/ 679 h 831"/>
              <a:gd name="T42" fmla="*/ 1166 w 1542"/>
              <a:gd name="T43" fmla="*/ 742 h 831"/>
              <a:gd name="T44" fmla="*/ 1100 w 1542"/>
              <a:gd name="T45" fmla="*/ 658 h 831"/>
              <a:gd name="T46" fmla="*/ 850 w 1542"/>
              <a:gd name="T47" fmla="*/ 725 h 831"/>
              <a:gd name="T48" fmla="*/ 834 w 1542"/>
              <a:gd name="T49" fmla="*/ 831 h 8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542" h="831">
                <a:moveTo>
                  <a:pt x="834" y="831"/>
                </a:moveTo>
                <a:cubicBezTo>
                  <a:pt x="708" y="831"/>
                  <a:pt x="708" y="831"/>
                  <a:pt x="708" y="831"/>
                </a:cubicBezTo>
                <a:cubicBezTo>
                  <a:pt x="692" y="725"/>
                  <a:pt x="692" y="725"/>
                  <a:pt x="692" y="725"/>
                </a:cubicBezTo>
                <a:cubicBezTo>
                  <a:pt x="605" y="716"/>
                  <a:pt x="521" y="694"/>
                  <a:pt x="442" y="658"/>
                </a:cubicBezTo>
                <a:cubicBezTo>
                  <a:pt x="376" y="742"/>
                  <a:pt x="376" y="742"/>
                  <a:pt x="376" y="742"/>
                </a:cubicBezTo>
                <a:cubicBezTo>
                  <a:pt x="266" y="679"/>
                  <a:pt x="266" y="679"/>
                  <a:pt x="266" y="679"/>
                </a:cubicBezTo>
                <a:cubicBezTo>
                  <a:pt x="306" y="579"/>
                  <a:pt x="306" y="579"/>
                  <a:pt x="306" y="579"/>
                </a:cubicBezTo>
                <a:cubicBezTo>
                  <a:pt x="235" y="528"/>
                  <a:pt x="174" y="467"/>
                  <a:pt x="123" y="396"/>
                </a:cubicBezTo>
                <a:cubicBezTo>
                  <a:pt x="23" y="436"/>
                  <a:pt x="23" y="436"/>
                  <a:pt x="23" y="436"/>
                </a:cubicBezTo>
                <a:cubicBezTo>
                  <a:pt x="0" y="396"/>
                  <a:pt x="0" y="396"/>
                  <a:pt x="0" y="396"/>
                </a:cubicBezTo>
                <a:cubicBezTo>
                  <a:pt x="686" y="0"/>
                  <a:pt x="686" y="0"/>
                  <a:pt x="686" y="0"/>
                </a:cubicBezTo>
                <a:cubicBezTo>
                  <a:pt x="688" y="2"/>
                  <a:pt x="688" y="2"/>
                  <a:pt x="688" y="2"/>
                </a:cubicBezTo>
                <a:cubicBezTo>
                  <a:pt x="709" y="27"/>
                  <a:pt x="739" y="40"/>
                  <a:pt x="771" y="40"/>
                </a:cubicBezTo>
                <a:cubicBezTo>
                  <a:pt x="803" y="40"/>
                  <a:pt x="833" y="27"/>
                  <a:pt x="854" y="2"/>
                </a:cubicBezTo>
                <a:cubicBezTo>
                  <a:pt x="856" y="0"/>
                  <a:pt x="856" y="0"/>
                  <a:pt x="856" y="0"/>
                </a:cubicBezTo>
                <a:cubicBezTo>
                  <a:pt x="859" y="2"/>
                  <a:pt x="859" y="2"/>
                  <a:pt x="859" y="2"/>
                </a:cubicBezTo>
                <a:cubicBezTo>
                  <a:pt x="1542" y="396"/>
                  <a:pt x="1542" y="396"/>
                  <a:pt x="1542" y="396"/>
                </a:cubicBezTo>
                <a:cubicBezTo>
                  <a:pt x="1519" y="436"/>
                  <a:pt x="1519" y="436"/>
                  <a:pt x="1519" y="436"/>
                </a:cubicBezTo>
                <a:cubicBezTo>
                  <a:pt x="1419" y="396"/>
                  <a:pt x="1419" y="396"/>
                  <a:pt x="1419" y="396"/>
                </a:cubicBezTo>
                <a:cubicBezTo>
                  <a:pt x="1368" y="467"/>
                  <a:pt x="1307" y="528"/>
                  <a:pt x="1236" y="579"/>
                </a:cubicBezTo>
                <a:cubicBezTo>
                  <a:pt x="1276" y="679"/>
                  <a:pt x="1276" y="679"/>
                  <a:pt x="1276" y="679"/>
                </a:cubicBezTo>
                <a:cubicBezTo>
                  <a:pt x="1166" y="742"/>
                  <a:pt x="1166" y="742"/>
                  <a:pt x="1166" y="742"/>
                </a:cubicBezTo>
                <a:cubicBezTo>
                  <a:pt x="1100" y="658"/>
                  <a:pt x="1100" y="658"/>
                  <a:pt x="1100" y="658"/>
                </a:cubicBezTo>
                <a:cubicBezTo>
                  <a:pt x="1021" y="694"/>
                  <a:pt x="937" y="716"/>
                  <a:pt x="850" y="725"/>
                </a:cubicBezTo>
                <a:lnTo>
                  <a:pt x="834" y="831"/>
                </a:lnTo>
                <a:close/>
              </a:path>
            </a:pathLst>
          </a:custGeom>
          <a:solidFill>
            <a:srgbClr val="F8D3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出自【趣你的PPT】(微信:qunideppt)：最优质的PPT资源库"/>
          <p:cNvSpPr>
            <a:spLocks noEditPoints="1"/>
          </p:cNvSpPr>
          <p:nvPr/>
        </p:nvSpPr>
        <p:spPr bwMode="auto">
          <a:xfrm>
            <a:off x="2560700" y="4507554"/>
            <a:ext cx="386447" cy="524836"/>
          </a:xfrm>
          <a:custGeom>
            <a:avLst/>
            <a:gdLst>
              <a:gd name="T0" fmla="*/ 162 w 802"/>
              <a:gd name="T1" fmla="*/ 406 h 1092"/>
              <a:gd name="T2" fmla="*/ 246 w 802"/>
              <a:gd name="T3" fmla="*/ 605 h 1092"/>
              <a:gd name="T4" fmla="*/ 315 w 802"/>
              <a:gd name="T5" fmla="*/ 764 h 1092"/>
              <a:gd name="T6" fmla="*/ 470 w 802"/>
              <a:gd name="T7" fmla="*/ 769 h 1092"/>
              <a:gd name="T8" fmla="*/ 504 w 802"/>
              <a:gd name="T9" fmla="*/ 705 h 1092"/>
              <a:gd name="T10" fmla="*/ 590 w 802"/>
              <a:gd name="T11" fmla="*/ 545 h 1092"/>
              <a:gd name="T12" fmla="*/ 401 w 802"/>
              <a:gd name="T13" fmla="*/ 167 h 1092"/>
              <a:gd name="T14" fmla="*/ 332 w 802"/>
              <a:gd name="T15" fmla="*/ 819 h 1092"/>
              <a:gd name="T16" fmla="*/ 253 w 802"/>
              <a:gd name="T17" fmla="*/ 728 h 1092"/>
              <a:gd name="T18" fmla="*/ 170 w 802"/>
              <a:gd name="T19" fmla="*/ 573 h 1092"/>
              <a:gd name="T20" fmla="*/ 401 w 802"/>
              <a:gd name="T21" fmla="*/ 117 h 1092"/>
              <a:gd name="T22" fmla="*/ 632 w 802"/>
              <a:gd name="T23" fmla="*/ 573 h 1092"/>
              <a:gd name="T24" fmla="*/ 548 w 802"/>
              <a:gd name="T25" fmla="*/ 728 h 1092"/>
              <a:gd name="T26" fmla="*/ 470 w 802"/>
              <a:gd name="T27" fmla="*/ 819 h 1092"/>
              <a:gd name="T28" fmla="*/ 287 w 802"/>
              <a:gd name="T29" fmla="*/ 979 h 1092"/>
              <a:gd name="T30" fmla="*/ 481 w 802"/>
              <a:gd name="T31" fmla="*/ 1016 h 1092"/>
              <a:gd name="T32" fmla="*/ 481 w 802"/>
              <a:gd name="T33" fmla="*/ 942 h 1092"/>
              <a:gd name="T34" fmla="*/ 310 w 802"/>
              <a:gd name="T35" fmla="*/ 1002 h 1092"/>
              <a:gd name="T36" fmla="*/ 496 w 802"/>
              <a:gd name="T37" fmla="*/ 1002 h 1092"/>
              <a:gd name="T38" fmla="*/ 519 w 802"/>
              <a:gd name="T39" fmla="*/ 979 h 1092"/>
              <a:gd name="T40" fmla="*/ 287 w 802"/>
              <a:gd name="T41" fmla="*/ 862 h 1092"/>
              <a:gd name="T42" fmla="*/ 519 w 802"/>
              <a:gd name="T43" fmla="*/ 979 h 1092"/>
              <a:gd name="T44" fmla="*/ 517 w 802"/>
              <a:gd name="T45" fmla="*/ 456 h 1092"/>
              <a:gd name="T46" fmla="*/ 439 w 802"/>
              <a:gd name="T47" fmla="*/ 535 h 1092"/>
              <a:gd name="T48" fmla="*/ 363 w 802"/>
              <a:gd name="T49" fmla="*/ 535 h 1092"/>
              <a:gd name="T50" fmla="*/ 284 w 802"/>
              <a:gd name="T51" fmla="*/ 456 h 1092"/>
              <a:gd name="T52" fmla="*/ 284 w 802"/>
              <a:gd name="T53" fmla="*/ 380 h 1092"/>
              <a:gd name="T54" fmla="*/ 363 w 802"/>
              <a:gd name="T55" fmla="*/ 302 h 1092"/>
              <a:gd name="T56" fmla="*/ 439 w 802"/>
              <a:gd name="T57" fmla="*/ 302 h 1092"/>
              <a:gd name="T58" fmla="*/ 517 w 802"/>
              <a:gd name="T59" fmla="*/ 380 h 1092"/>
              <a:gd name="T60" fmla="*/ 770 w 802"/>
              <a:gd name="T61" fmla="*/ 369 h 1092"/>
              <a:gd name="T62" fmla="*/ 729 w 802"/>
              <a:gd name="T63" fmla="*/ 406 h 1092"/>
              <a:gd name="T64" fmla="*/ 770 w 802"/>
              <a:gd name="T65" fmla="*/ 429 h 1092"/>
              <a:gd name="T66" fmla="*/ 770 w 802"/>
              <a:gd name="T67" fmla="*/ 369 h 1092"/>
              <a:gd name="T68" fmla="*/ 682 w 802"/>
              <a:gd name="T69" fmla="*/ 162 h 1092"/>
              <a:gd name="T70" fmla="*/ 640 w 802"/>
              <a:gd name="T71" fmla="*/ 119 h 1092"/>
              <a:gd name="T72" fmla="*/ 651 w 802"/>
              <a:gd name="T73" fmla="*/ 193 h 1092"/>
              <a:gd name="T74" fmla="*/ 430 w 802"/>
              <a:gd name="T75" fmla="*/ 78 h 1092"/>
              <a:gd name="T76" fmla="*/ 400 w 802"/>
              <a:gd name="T77" fmla="*/ 0 h 1092"/>
              <a:gd name="T78" fmla="*/ 370 w 802"/>
              <a:gd name="T79" fmla="*/ 78 h 1092"/>
              <a:gd name="T80" fmla="*/ 147 w 802"/>
              <a:gd name="T81" fmla="*/ 196 h 1092"/>
              <a:gd name="T82" fmla="*/ 160 w 802"/>
              <a:gd name="T83" fmla="*/ 124 h 1092"/>
              <a:gd name="T84" fmla="*/ 118 w 802"/>
              <a:gd name="T85" fmla="*/ 167 h 1092"/>
              <a:gd name="T86" fmla="*/ 72 w 802"/>
              <a:gd name="T87" fmla="*/ 406 h 1092"/>
              <a:gd name="T88" fmla="*/ 31 w 802"/>
              <a:gd name="T89" fmla="*/ 369 h 1092"/>
              <a:gd name="T90" fmla="*/ 31 w 802"/>
              <a:gd name="T91" fmla="*/ 429 h 1092"/>
              <a:gd name="T92" fmla="*/ 72 w 802"/>
              <a:gd name="T93" fmla="*/ 406 h 1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02" h="1092">
                <a:moveTo>
                  <a:pt x="401" y="167"/>
                </a:moveTo>
                <a:cubicBezTo>
                  <a:pt x="269" y="167"/>
                  <a:pt x="162" y="274"/>
                  <a:pt x="162" y="406"/>
                </a:cubicBezTo>
                <a:cubicBezTo>
                  <a:pt x="162" y="469"/>
                  <a:pt x="211" y="545"/>
                  <a:pt x="212" y="545"/>
                </a:cubicBezTo>
                <a:cubicBezTo>
                  <a:pt x="222" y="561"/>
                  <a:pt x="238" y="587"/>
                  <a:pt x="246" y="605"/>
                </a:cubicBezTo>
                <a:lnTo>
                  <a:pt x="298" y="705"/>
                </a:lnTo>
                <a:cubicBezTo>
                  <a:pt x="308" y="724"/>
                  <a:pt x="315" y="749"/>
                  <a:pt x="315" y="764"/>
                </a:cubicBezTo>
                <a:cubicBezTo>
                  <a:pt x="316" y="764"/>
                  <a:pt x="321" y="769"/>
                  <a:pt x="332" y="769"/>
                </a:cubicBezTo>
                <a:lnTo>
                  <a:pt x="470" y="769"/>
                </a:lnTo>
                <a:cubicBezTo>
                  <a:pt x="480" y="769"/>
                  <a:pt x="486" y="764"/>
                  <a:pt x="487" y="763"/>
                </a:cubicBezTo>
                <a:cubicBezTo>
                  <a:pt x="487" y="749"/>
                  <a:pt x="494" y="724"/>
                  <a:pt x="504" y="705"/>
                </a:cubicBezTo>
                <a:lnTo>
                  <a:pt x="555" y="605"/>
                </a:lnTo>
                <a:cubicBezTo>
                  <a:pt x="564" y="588"/>
                  <a:pt x="579" y="561"/>
                  <a:pt x="590" y="545"/>
                </a:cubicBezTo>
                <a:cubicBezTo>
                  <a:pt x="607" y="519"/>
                  <a:pt x="640" y="456"/>
                  <a:pt x="640" y="406"/>
                </a:cubicBezTo>
                <a:cubicBezTo>
                  <a:pt x="640" y="274"/>
                  <a:pt x="533" y="167"/>
                  <a:pt x="401" y="167"/>
                </a:cubicBezTo>
                <a:close/>
                <a:moveTo>
                  <a:pt x="470" y="819"/>
                </a:moveTo>
                <a:lnTo>
                  <a:pt x="332" y="819"/>
                </a:lnTo>
                <a:cubicBezTo>
                  <a:pt x="294" y="819"/>
                  <a:pt x="265" y="795"/>
                  <a:pt x="265" y="764"/>
                </a:cubicBezTo>
                <a:cubicBezTo>
                  <a:pt x="265" y="760"/>
                  <a:pt x="261" y="743"/>
                  <a:pt x="253" y="728"/>
                </a:cubicBezTo>
                <a:lnTo>
                  <a:pt x="202" y="628"/>
                </a:lnTo>
                <a:cubicBezTo>
                  <a:pt x="194" y="612"/>
                  <a:pt x="180" y="587"/>
                  <a:pt x="170" y="573"/>
                </a:cubicBezTo>
                <a:cubicBezTo>
                  <a:pt x="164" y="564"/>
                  <a:pt x="112" y="482"/>
                  <a:pt x="112" y="406"/>
                </a:cubicBezTo>
                <a:cubicBezTo>
                  <a:pt x="112" y="246"/>
                  <a:pt x="241" y="117"/>
                  <a:pt x="401" y="117"/>
                </a:cubicBezTo>
                <a:cubicBezTo>
                  <a:pt x="560" y="117"/>
                  <a:pt x="690" y="246"/>
                  <a:pt x="690" y="406"/>
                </a:cubicBezTo>
                <a:cubicBezTo>
                  <a:pt x="690" y="482"/>
                  <a:pt x="638" y="564"/>
                  <a:pt x="632" y="573"/>
                </a:cubicBezTo>
                <a:cubicBezTo>
                  <a:pt x="622" y="587"/>
                  <a:pt x="608" y="612"/>
                  <a:pt x="600" y="628"/>
                </a:cubicBezTo>
                <a:lnTo>
                  <a:pt x="548" y="728"/>
                </a:lnTo>
                <a:cubicBezTo>
                  <a:pt x="541" y="743"/>
                  <a:pt x="537" y="760"/>
                  <a:pt x="537" y="764"/>
                </a:cubicBezTo>
                <a:cubicBezTo>
                  <a:pt x="537" y="795"/>
                  <a:pt x="507" y="819"/>
                  <a:pt x="470" y="819"/>
                </a:cubicBezTo>
                <a:close/>
                <a:moveTo>
                  <a:pt x="325" y="942"/>
                </a:moveTo>
                <a:cubicBezTo>
                  <a:pt x="304" y="942"/>
                  <a:pt x="287" y="958"/>
                  <a:pt x="287" y="979"/>
                </a:cubicBezTo>
                <a:cubicBezTo>
                  <a:pt x="287" y="999"/>
                  <a:pt x="304" y="1016"/>
                  <a:pt x="325" y="1016"/>
                </a:cubicBezTo>
                <a:lnTo>
                  <a:pt x="481" y="1016"/>
                </a:lnTo>
                <a:cubicBezTo>
                  <a:pt x="502" y="1016"/>
                  <a:pt x="519" y="999"/>
                  <a:pt x="519" y="979"/>
                </a:cubicBezTo>
                <a:cubicBezTo>
                  <a:pt x="519" y="958"/>
                  <a:pt x="502" y="942"/>
                  <a:pt x="481" y="942"/>
                </a:cubicBezTo>
                <a:lnTo>
                  <a:pt x="325" y="942"/>
                </a:lnTo>
                <a:close/>
                <a:moveTo>
                  <a:pt x="310" y="1002"/>
                </a:moveTo>
                <a:cubicBezTo>
                  <a:pt x="312" y="1052"/>
                  <a:pt x="353" y="1092"/>
                  <a:pt x="403" y="1092"/>
                </a:cubicBezTo>
                <a:cubicBezTo>
                  <a:pt x="453" y="1092"/>
                  <a:pt x="494" y="1052"/>
                  <a:pt x="496" y="1002"/>
                </a:cubicBezTo>
                <a:lnTo>
                  <a:pt x="310" y="1002"/>
                </a:lnTo>
                <a:close/>
                <a:moveTo>
                  <a:pt x="519" y="979"/>
                </a:moveTo>
                <a:lnTo>
                  <a:pt x="287" y="979"/>
                </a:lnTo>
                <a:lnTo>
                  <a:pt x="287" y="862"/>
                </a:lnTo>
                <a:lnTo>
                  <a:pt x="519" y="862"/>
                </a:lnTo>
                <a:lnTo>
                  <a:pt x="519" y="979"/>
                </a:lnTo>
                <a:close/>
                <a:moveTo>
                  <a:pt x="555" y="418"/>
                </a:moveTo>
                <a:cubicBezTo>
                  <a:pt x="555" y="439"/>
                  <a:pt x="538" y="456"/>
                  <a:pt x="517" y="456"/>
                </a:cubicBezTo>
                <a:lnTo>
                  <a:pt x="439" y="456"/>
                </a:lnTo>
                <a:lnTo>
                  <a:pt x="439" y="535"/>
                </a:lnTo>
                <a:cubicBezTo>
                  <a:pt x="439" y="556"/>
                  <a:pt x="422" y="573"/>
                  <a:pt x="401" y="573"/>
                </a:cubicBezTo>
                <a:cubicBezTo>
                  <a:pt x="380" y="573"/>
                  <a:pt x="363" y="556"/>
                  <a:pt x="363" y="535"/>
                </a:cubicBezTo>
                <a:lnTo>
                  <a:pt x="363" y="456"/>
                </a:lnTo>
                <a:lnTo>
                  <a:pt x="284" y="456"/>
                </a:lnTo>
                <a:cubicBezTo>
                  <a:pt x="263" y="456"/>
                  <a:pt x="246" y="439"/>
                  <a:pt x="246" y="418"/>
                </a:cubicBezTo>
                <a:cubicBezTo>
                  <a:pt x="246" y="397"/>
                  <a:pt x="263" y="380"/>
                  <a:pt x="284" y="380"/>
                </a:cubicBezTo>
                <a:lnTo>
                  <a:pt x="363" y="380"/>
                </a:lnTo>
                <a:lnTo>
                  <a:pt x="363" y="302"/>
                </a:lnTo>
                <a:cubicBezTo>
                  <a:pt x="363" y="281"/>
                  <a:pt x="380" y="264"/>
                  <a:pt x="401" y="264"/>
                </a:cubicBezTo>
                <a:cubicBezTo>
                  <a:pt x="422" y="264"/>
                  <a:pt x="439" y="281"/>
                  <a:pt x="439" y="302"/>
                </a:cubicBezTo>
                <a:lnTo>
                  <a:pt x="439" y="380"/>
                </a:lnTo>
                <a:lnTo>
                  <a:pt x="517" y="380"/>
                </a:lnTo>
                <a:cubicBezTo>
                  <a:pt x="538" y="380"/>
                  <a:pt x="555" y="397"/>
                  <a:pt x="555" y="418"/>
                </a:cubicBezTo>
                <a:close/>
                <a:moveTo>
                  <a:pt x="770" y="369"/>
                </a:moveTo>
                <a:lnTo>
                  <a:pt x="727" y="369"/>
                </a:lnTo>
                <a:cubicBezTo>
                  <a:pt x="728" y="381"/>
                  <a:pt x="729" y="393"/>
                  <a:pt x="729" y="406"/>
                </a:cubicBezTo>
                <a:cubicBezTo>
                  <a:pt x="729" y="414"/>
                  <a:pt x="728" y="421"/>
                  <a:pt x="728" y="429"/>
                </a:cubicBezTo>
                <a:lnTo>
                  <a:pt x="770" y="429"/>
                </a:lnTo>
                <a:cubicBezTo>
                  <a:pt x="788" y="429"/>
                  <a:pt x="802" y="416"/>
                  <a:pt x="802" y="399"/>
                </a:cubicBezTo>
                <a:cubicBezTo>
                  <a:pt x="802" y="383"/>
                  <a:pt x="788" y="369"/>
                  <a:pt x="770" y="369"/>
                </a:cubicBezTo>
                <a:close/>
                <a:moveTo>
                  <a:pt x="651" y="193"/>
                </a:moveTo>
                <a:lnTo>
                  <a:pt x="682" y="162"/>
                </a:lnTo>
                <a:cubicBezTo>
                  <a:pt x="694" y="149"/>
                  <a:pt x="695" y="130"/>
                  <a:pt x="683" y="118"/>
                </a:cubicBezTo>
                <a:cubicBezTo>
                  <a:pt x="671" y="107"/>
                  <a:pt x="652" y="107"/>
                  <a:pt x="640" y="119"/>
                </a:cubicBezTo>
                <a:lnTo>
                  <a:pt x="608" y="151"/>
                </a:lnTo>
                <a:cubicBezTo>
                  <a:pt x="624" y="163"/>
                  <a:pt x="638" y="177"/>
                  <a:pt x="651" y="193"/>
                </a:cubicBezTo>
                <a:close/>
                <a:moveTo>
                  <a:pt x="400" y="77"/>
                </a:moveTo>
                <a:cubicBezTo>
                  <a:pt x="410" y="77"/>
                  <a:pt x="420" y="77"/>
                  <a:pt x="430" y="78"/>
                </a:cubicBezTo>
                <a:lnTo>
                  <a:pt x="430" y="32"/>
                </a:lnTo>
                <a:cubicBezTo>
                  <a:pt x="430" y="14"/>
                  <a:pt x="416" y="0"/>
                  <a:pt x="400" y="0"/>
                </a:cubicBezTo>
                <a:cubicBezTo>
                  <a:pt x="384" y="0"/>
                  <a:pt x="370" y="14"/>
                  <a:pt x="370" y="32"/>
                </a:cubicBezTo>
                <a:lnTo>
                  <a:pt x="370" y="78"/>
                </a:lnTo>
                <a:cubicBezTo>
                  <a:pt x="380" y="77"/>
                  <a:pt x="390" y="77"/>
                  <a:pt x="400" y="77"/>
                </a:cubicBezTo>
                <a:close/>
                <a:moveTo>
                  <a:pt x="147" y="196"/>
                </a:moveTo>
                <a:cubicBezTo>
                  <a:pt x="160" y="181"/>
                  <a:pt x="174" y="167"/>
                  <a:pt x="189" y="154"/>
                </a:cubicBezTo>
                <a:lnTo>
                  <a:pt x="160" y="124"/>
                </a:lnTo>
                <a:cubicBezTo>
                  <a:pt x="148" y="112"/>
                  <a:pt x="129" y="112"/>
                  <a:pt x="117" y="124"/>
                </a:cubicBezTo>
                <a:cubicBezTo>
                  <a:pt x="105" y="135"/>
                  <a:pt x="106" y="155"/>
                  <a:pt x="118" y="167"/>
                </a:cubicBezTo>
                <a:lnTo>
                  <a:pt x="147" y="196"/>
                </a:lnTo>
                <a:close/>
                <a:moveTo>
                  <a:pt x="72" y="406"/>
                </a:moveTo>
                <a:cubicBezTo>
                  <a:pt x="72" y="393"/>
                  <a:pt x="72" y="381"/>
                  <a:pt x="74" y="369"/>
                </a:cubicBezTo>
                <a:lnTo>
                  <a:pt x="31" y="369"/>
                </a:lnTo>
                <a:cubicBezTo>
                  <a:pt x="14" y="369"/>
                  <a:pt x="0" y="383"/>
                  <a:pt x="0" y="399"/>
                </a:cubicBezTo>
                <a:cubicBezTo>
                  <a:pt x="0" y="416"/>
                  <a:pt x="14" y="429"/>
                  <a:pt x="31" y="429"/>
                </a:cubicBezTo>
                <a:lnTo>
                  <a:pt x="73" y="429"/>
                </a:lnTo>
                <a:cubicBezTo>
                  <a:pt x="72" y="421"/>
                  <a:pt x="72" y="414"/>
                  <a:pt x="72" y="4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Group 41出自【趣你的PPT】(微信:qunideppt)：最优质的PPT资源库"/>
          <p:cNvGrpSpPr/>
          <p:nvPr/>
        </p:nvGrpSpPr>
        <p:grpSpPr>
          <a:xfrm>
            <a:off x="1000833" y="2047622"/>
            <a:ext cx="1719244" cy="2598985"/>
            <a:chOff x="1135010" y="1601386"/>
            <a:chExt cx="2073637" cy="3134721"/>
          </a:xfrm>
        </p:grpSpPr>
        <p:sp>
          <p:nvSpPr>
            <p:cNvPr id="4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1135010" y="1601386"/>
              <a:ext cx="2073637" cy="3134721"/>
            </a:xfrm>
            <a:custGeom>
              <a:avLst/>
              <a:gdLst>
                <a:gd name="T0" fmla="*/ 112 w 883"/>
                <a:gd name="T1" fmla="*/ 1335 h 1335"/>
                <a:gd name="T2" fmla="*/ 89 w 883"/>
                <a:gd name="T3" fmla="*/ 1295 h 1335"/>
                <a:gd name="T4" fmla="*/ 173 w 883"/>
                <a:gd name="T5" fmla="*/ 1229 h 1335"/>
                <a:gd name="T6" fmla="*/ 106 w 883"/>
                <a:gd name="T7" fmla="*/ 979 h 1335"/>
                <a:gd name="T8" fmla="*/ 0 w 883"/>
                <a:gd name="T9" fmla="*/ 963 h 1335"/>
                <a:gd name="T10" fmla="*/ 0 w 883"/>
                <a:gd name="T11" fmla="*/ 836 h 1335"/>
                <a:gd name="T12" fmla="*/ 106 w 883"/>
                <a:gd name="T13" fmla="*/ 821 h 1335"/>
                <a:gd name="T14" fmla="*/ 173 w 883"/>
                <a:gd name="T15" fmla="*/ 571 h 1335"/>
                <a:gd name="T16" fmla="*/ 89 w 883"/>
                <a:gd name="T17" fmla="*/ 505 h 1335"/>
                <a:gd name="T18" fmla="*/ 152 w 883"/>
                <a:gd name="T19" fmla="*/ 395 h 1335"/>
                <a:gd name="T20" fmla="*/ 252 w 883"/>
                <a:gd name="T21" fmla="*/ 435 h 1335"/>
                <a:gd name="T22" fmla="*/ 435 w 883"/>
                <a:gd name="T23" fmla="*/ 252 h 1335"/>
                <a:gd name="T24" fmla="*/ 395 w 883"/>
                <a:gd name="T25" fmla="*/ 152 h 1335"/>
                <a:gd name="T26" fmla="*/ 505 w 883"/>
                <a:gd name="T27" fmla="*/ 89 h 1335"/>
                <a:gd name="T28" fmla="*/ 571 w 883"/>
                <a:gd name="T29" fmla="*/ 173 h 1335"/>
                <a:gd name="T30" fmla="*/ 821 w 883"/>
                <a:gd name="T31" fmla="*/ 106 h 1335"/>
                <a:gd name="T32" fmla="*/ 836 w 883"/>
                <a:gd name="T33" fmla="*/ 0 h 1335"/>
                <a:gd name="T34" fmla="*/ 883 w 883"/>
                <a:gd name="T35" fmla="*/ 0 h 1335"/>
                <a:gd name="T36" fmla="*/ 883 w 883"/>
                <a:gd name="T37" fmla="*/ 792 h 1335"/>
                <a:gd name="T38" fmla="*/ 879 w 883"/>
                <a:gd name="T39" fmla="*/ 792 h 1335"/>
                <a:gd name="T40" fmla="*/ 790 w 883"/>
                <a:gd name="T41" fmla="*/ 900 h 1335"/>
                <a:gd name="T42" fmla="*/ 797 w 883"/>
                <a:gd name="T43" fmla="*/ 936 h 1335"/>
                <a:gd name="T44" fmla="*/ 798 w 883"/>
                <a:gd name="T45" fmla="*/ 939 h 1335"/>
                <a:gd name="T46" fmla="*/ 795 w 883"/>
                <a:gd name="T47" fmla="*/ 941 h 1335"/>
                <a:gd name="T48" fmla="*/ 112 w 883"/>
                <a:gd name="T49" fmla="*/ 1335 h 1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83" h="1335">
                  <a:moveTo>
                    <a:pt x="112" y="1335"/>
                  </a:moveTo>
                  <a:cubicBezTo>
                    <a:pt x="89" y="1295"/>
                    <a:pt x="89" y="1295"/>
                    <a:pt x="89" y="1295"/>
                  </a:cubicBezTo>
                  <a:cubicBezTo>
                    <a:pt x="173" y="1229"/>
                    <a:pt x="173" y="1229"/>
                    <a:pt x="173" y="1229"/>
                  </a:cubicBezTo>
                  <a:cubicBezTo>
                    <a:pt x="137" y="1149"/>
                    <a:pt x="115" y="1065"/>
                    <a:pt x="106" y="979"/>
                  </a:cubicBezTo>
                  <a:cubicBezTo>
                    <a:pt x="0" y="963"/>
                    <a:pt x="0" y="963"/>
                    <a:pt x="0" y="963"/>
                  </a:cubicBezTo>
                  <a:cubicBezTo>
                    <a:pt x="0" y="836"/>
                    <a:pt x="0" y="836"/>
                    <a:pt x="0" y="836"/>
                  </a:cubicBezTo>
                  <a:cubicBezTo>
                    <a:pt x="106" y="821"/>
                    <a:pt x="106" y="821"/>
                    <a:pt x="106" y="821"/>
                  </a:cubicBezTo>
                  <a:cubicBezTo>
                    <a:pt x="115" y="734"/>
                    <a:pt x="137" y="650"/>
                    <a:pt x="173" y="571"/>
                  </a:cubicBezTo>
                  <a:cubicBezTo>
                    <a:pt x="89" y="505"/>
                    <a:pt x="89" y="505"/>
                    <a:pt x="89" y="505"/>
                  </a:cubicBezTo>
                  <a:cubicBezTo>
                    <a:pt x="152" y="395"/>
                    <a:pt x="152" y="395"/>
                    <a:pt x="152" y="395"/>
                  </a:cubicBezTo>
                  <a:cubicBezTo>
                    <a:pt x="252" y="435"/>
                    <a:pt x="252" y="435"/>
                    <a:pt x="252" y="435"/>
                  </a:cubicBezTo>
                  <a:cubicBezTo>
                    <a:pt x="303" y="364"/>
                    <a:pt x="364" y="303"/>
                    <a:pt x="435" y="252"/>
                  </a:cubicBezTo>
                  <a:cubicBezTo>
                    <a:pt x="395" y="152"/>
                    <a:pt x="395" y="152"/>
                    <a:pt x="395" y="152"/>
                  </a:cubicBezTo>
                  <a:cubicBezTo>
                    <a:pt x="505" y="89"/>
                    <a:pt x="505" y="89"/>
                    <a:pt x="505" y="89"/>
                  </a:cubicBezTo>
                  <a:cubicBezTo>
                    <a:pt x="571" y="173"/>
                    <a:pt x="571" y="173"/>
                    <a:pt x="571" y="173"/>
                  </a:cubicBezTo>
                  <a:cubicBezTo>
                    <a:pt x="650" y="137"/>
                    <a:pt x="734" y="115"/>
                    <a:pt x="821" y="106"/>
                  </a:cubicBezTo>
                  <a:cubicBezTo>
                    <a:pt x="836" y="0"/>
                    <a:pt x="836" y="0"/>
                    <a:pt x="836" y="0"/>
                  </a:cubicBezTo>
                  <a:cubicBezTo>
                    <a:pt x="883" y="0"/>
                    <a:pt x="883" y="0"/>
                    <a:pt x="883" y="0"/>
                  </a:cubicBezTo>
                  <a:cubicBezTo>
                    <a:pt x="883" y="792"/>
                    <a:pt x="883" y="792"/>
                    <a:pt x="883" y="792"/>
                  </a:cubicBezTo>
                  <a:cubicBezTo>
                    <a:pt x="879" y="792"/>
                    <a:pt x="879" y="792"/>
                    <a:pt x="879" y="792"/>
                  </a:cubicBezTo>
                  <a:cubicBezTo>
                    <a:pt x="828" y="802"/>
                    <a:pt x="790" y="847"/>
                    <a:pt x="790" y="900"/>
                  </a:cubicBezTo>
                  <a:cubicBezTo>
                    <a:pt x="790" y="912"/>
                    <a:pt x="793" y="924"/>
                    <a:pt x="797" y="936"/>
                  </a:cubicBezTo>
                  <a:cubicBezTo>
                    <a:pt x="798" y="939"/>
                    <a:pt x="798" y="939"/>
                    <a:pt x="798" y="939"/>
                  </a:cubicBezTo>
                  <a:cubicBezTo>
                    <a:pt x="795" y="941"/>
                    <a:pt x="795" y="941"/>
                    <a:pt x="795" y="941"/>
                  </a:cubicBezTo>
                  <a:lnTo>
                    <a:pt x="112" y="1335"/>
                  </a:lnTo>
                  <a:close/>
                </a:path>
              </a:pathLst>
            </a:custGeom>
            <a:solidFill>
              <a:srgbClr val="7CC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2039120" y="2912400"/>
              <a:ext cx="518886" cy="583244"/>
            </a:xfrm>
            <a:custGeom>
              <a:avLst/>
              <a:gdLst>
                <a:gd name="T0" fmla="*/ 458 w 894"/>
                <a:gd name="T1" fmla="*/ 163 h 1005"/>
                <a:gd name="T2" fmla="*/ 417 w 894"/>
                <a:gd name="T3" fmla="*/ 122 h 1005"/>
                <a:gd name="T4" fmla="*/ 458 w 894"/>
                <a:gd name="T5" fmla="*/ 81 h 1005"/>
                <a:gd name="T6" fmla="*/ 499 w 894"/>
                <a:gd name="T7" fmla="*/ 122 h 1005"/>
                <a:gd name="T8" fmla="*/ 458 w 894"/>
                <a:gd name="T9" fmla="*/ 163 h 1005"/>
                <a:gd name="T10" fmla="*/ 890 w 894"/>
                <a:gd name="T11" fmla="*/ 758 h 1005"/>
                <a:gd name="T12" fmla="*/ 803 w 894"/>
                <a:gd name="T13" fmla="*/ 637 h 1005"/>
                <a:gd name="T14" fmla="*/ 716 w 894"/>
                <a:gd name="T15" fmla="*/ 390 h 1005"/>
                <a:gd name="T16" fmla="*/ 714 w 894"/>
                <a:gd name="T17" fmla="*/ 384 h 1005"/>
                <a:gd name="T18" fmla="*/ 544 w 894"/>
                <a:gd name="T19" fmla="*/ 208 h 1005"/>
                <a:gd name="T20" fmla="*/ 580 w 894"/>
                <a:gd name="T21" fmla="*/ 122 h 1005"/>
                <a:gd name="T22" fmla="*/ 458 w 894"/>
                <a:gd name="T23" fmla="*/ 0 h 1005"/>
                <a:gd name="T24" fmla="*/ 336 w 894"/>
                <a:gd name="T25" fmla="*/ 122 h 1005"/>
                <a:gd name="T26" fmla="*/ 369 w 894"/>
                <a:gd name="T27" fmla="*/ 205 h 1005"/>
                <a:gd name="T28" fmla="*/ 185 w 894"/>
                <a:gd name="T29" fmla="*/ 380 h 1005"/>
                <a:gd name="T30" fmla="*/ 184 w 894"/>
                <a:gd name="T31" fmla="*/ 386 h 1005"/>
                <a:gd name="T32" fmla="*/ 94 w 894"/>
                <a:gd name="T33" fmla="*/ 632 h 1005"/>
                <a:gd name="T34" fmla="*/ 4 w 894"/>
                <a:gd name="T35" fmla="*/ 751 h 1005"/>
                <a:gd name="T36" fmla="*/ 39 w 894"/>
                <a:gd name="T37" fmla="*/ 819 h 1005"/>
                <a:gd name="T38" fmla="*/ 369 w 894"/>
                <a:gd name="T39" fmla="*/ 882 h 1005"/>
                <a:gd name="T40" fmla="*/ 363 w 894"/>
                <a:gd name="T41" fmla="*/ 912 h 1005"/>
                <a:gd name="T42" fmla="*/ 454 w 894"/>
                <a:gd name="T43" fmla="*/ 1004 h 1005"/>
                <a:gd name="T44" fmla="*/ 546 w 894"/>
                <a:gd name="T45" fmla="*/ 914 h 1005"/>
                <a:gd name="T46" fmla="*/ 541 w 894"/>
                <a:gd name="T47" fmla="*/ 882 h 1005"/>
                <a:gd name="T48" fmla="*/ 856 w 894"/>
                <a:gd name="T49" fmla="*/ 824 h 1005"/>
                <a:gd name="T50" fmla="*/ 890 w 894"/>
                <a:gd name="T51" fmla="*/ 758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94" h="1005">
                  <a:moveTo>
                    <a:pt x="458" y="163"/>
                  </a:moveTo>
                  <a:cubicBezTo>
                    <a:pt x="436" y="163"/>
                    <a:pt x="417" y="144"/>
                    <a:pt x="417" y="122"/>
                  </a:cubicBezTo>
                  <a:cubicBezTo>
                    <a:pt x="417" y="100"/>
                    <a:pt x="436" y="81"/>
                    <a:pt x="458" y="81"/>
                  </a:cubicBezTo>
                  <a:cubicBezTo>
                    <a:pt x="480" y="81"/>
                    <a:pt x="499" y="100"/>
                    <a:pt x="499" y="122"/>
                  </a:cubicBezTo>
                  <a:cubicBezTo>
                    <a:pt x="499" y="144"/>
                    <a:pt x="480" y="163"/>
                    <a:pt x="458" y="163"/>
                  </a:cubicBezTo>
                  <a:close/>
                  <a:moveTo>
                    <a:pt x="890" y="758"/>
                  </a:moveTo>
                  <a:cubicBezTo>
                    <a:pt x="888" y="746"/>
                    <a:pt x="876" y="686"/>
                    <a:pt x="803" y="637"/>
                  </a:cubicBezTo>
                  <a:cubicBezTo>
                    <a:pt x="797" y="632"/>
                    <a:pt x="765" y="593"/>
                    <a:pt x="716" y="390"/>
                  </a:cubicBezTo>
                  <a:lnTo>
                    <a:pt x="714" y="384"/>
                  </a:lnTo>
                  <a:cubicBezTo>
                    <a:pt x="696" y="306"/>
                    <a:pt x="660" y="233"/>
                    <a:pt x="544" y="208"/>
                  </a:cubicBezTo>
                  <a:cubicBezTo>
                    <a:pt x="566" y="186"/>
                    <a:pt x="580" y="156"/>
                    <a:pt x="580" y="122"/>
                  </a:cubicBezTo>
                  <a:cubicBezTo>
                    <a:pt x="580" y="55"/>
                    <a:pt x="525" y="0"/>
                    <a:pt x="458" y="0"/>
                  </a:cubicBezTo>
                  <a:cubicBezTo>
                    <a:pt x="391" y="0"/>
                    <a:pt x="336" y="55"/>
                    <a:pt x="336" y="122"/>
                  </a:cubicBezTo>
                  <a:cubicBezTo>
                    <a:pt x="336" y="154"/>
                    <a:pt x="349" y="183"/>
                    <a:pt x="369" y="205"/>
                  </a:cubicBezTo>
                  <a:cubicBezTo>
                    <a:pt x="243" y="227"/>
                    <a:pt x="205" y="304"/>
                    <a:pt x="185" y="380"/>
                  </a:cubicBezTo>
                  <a:lnTo>
                    <a:pt x="184" y="386"/>
                  </a:lnTo>
                  <a:cubicBezTo>
                    <a:pt x="132" y="588"/>
                    <a:pt x="99" y="627"/>
                    <a:pt x="94" y="632"/>
                  </a:cubicBezTo>
                  <a:cubicBezTo>
                    <a:pt x="19" y="680"/>
                    <a:pt x="6" y="740"/>
                    <a:pt x="4" y="751"/>
                  </a:cubicBezTo>
                  <a:cubicBezTo>
                    <a:pt x="0" y="779"/>
                    <a:pt x="14" y="806"/>
                    <a:pt x="39" y="819"/>
                  </a:cubicBezTo>
                  <a:cubicBezTo>
                    <a:pt x="44" y="821"/>
                    <a:pt x="149" y="870"/>
                    <a:pt x="369" y="882"/>
                  </a:cubicBezTo>
                  <a:cubicBezTo>
                    <a:pt x="365" y="891"/>
                    <a:pt x="363" y="901"/>
                    <a:pt x="363" y="912"/>
                  </a:cubicBezTo>
                  <a:cubicBezTo>
                    <a:pt x="363" y="963"/>
                    <a:pt x="403" y="1004"/>
                    <a:pt x="454" y="1004"/>
                  </a:cubicBezTo>
                  <a:cubicBezTo>
                    <a:pt x="504" y="1005"/>
                    <a:pt x="546" y="964"/>
                    <a:pt x="546" y="914"/>
                  </a:cubicBezTo>
                  <a:cubicBezTo>
                    <a:pt x="546" y="903"/>
                    <a:pt x="544" y="892"/>
                    <a:pt x="541" y="882"/>
                  </a:cubicBezTo>
                  <a:cubicBezTo>
                    <a:pt x="752" y="873"/>
                    <a:pt x="845" y="829"/>
                    <a:pt x="856" y="824"/>
                  </a:cubicBezTo>
                  <a:cubicBezTo>
                    <a:pt x="880" y="811"/>
                    <a:pt x="894" y="785"/>
                    <a:pt x="890" y="7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" name="Group 48出自【趣你的PPT】(微信:qunideppt)：最优质的PPT资源库"/>
          <p:cNvGrpSpPr/>
          <p:nvPr/>
        </p:nvGrpSpPr>
        <p:grpSpPr>
          <a:xfrm>
            <a:off x="2841326" y="2047622"/>
            <a:ext cx="1719244" cy="2598985"/>
            <a:chOff x="3354889" y="1601386"/>
            <a:chExt cx="2073637" cy="3134721"/>
          </a:xfrm>
          <a:solidFill>
            <a:srgbClr val="FBA41F"/>
          </a:solidFill>
        </p:grpSpPr>
        <p:sp>
          <p:nvSpPr>
            <p:cNvPr id="5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3354889" y="1601386"/>
              <a:ext cx="2073637" cy="3134721"/>
            </a:xfrm>
            <a:custGeom>
              <a:avLst/>
              <a:gdLst>
                <a:gd name="T0" fmla="*/ 771 w 883"/>
                <a:gd name="T1" fmla="*/ 1335 h 1335"/>
                <a:gd name="T2" fmla="*/ 85 w 883"/>
                <a:gd name="T3" fmla="*/ 939 h 1335"/>
                <a:gd name="T4" fmla="*/ 86 w 883"/>
                <a:gd name="T5" fmla="*/ 936 h 1335"/>
                <a:gd name="T6" fmla="*/ 92 w 883"/>
                <a:gd name="T7" fmla="*/ 900 h 1335"/>
                <a:gd name="T8" fmla="*/ 3 w 883"/>
                <a:gd name="T9" fmla="*/ 792 h 1335"/>
                <a:gd name="T10" fmla="*/ 0 w 883"/>
                <a:gd name="T11" fmla="*/ 792 h 1335"/>
                <a:gd name="T12" fmla="*/ 0 w 883"/>
                <a:gd name="T13" fmla="*/ 0 h 1335"/>
                <a:gd name="T14" fmla="*/ 46 w 883"/>
                <a:gd name="T15" fmla="*/ 0 h 1335"/>
                <a:gd name="T16" fmla="*/ 62 w 883"/>
                <a:gd name="T17" fmla="*/ 106 h 1335"/>
                <a:gd name="T18" fmla="*/ 312 w 883"/>
                <a:gd name="T19" fmla="*/ 173 h 1335"/>
                <a:gd name="T20" fmla="*/ 378 w 883"/>
                <a:gd name="T21" fmla="*/ 89 h 1335"/>
                <a:gd name="T22" fmla="*/ 488 w 883"/>
                <a:gd name="T23" fmla="*/ 152 h 1335"/>
                <a:gd name="T24" fmla="*/ 448 w 883"/>
                <a:gd name="T25" fmla="*/ 252 h 1335"/>
                <a:gd name="T26" fmla="*/ 631 w 883"/>
                <a:gd name="T27" fmla="*/ 435 h 1335"/>
                <a:gd name="T28" fmla="*/ 730 w 883"/>
                <a:gd name="T29" fmla="*/ 395 h 1335"/>
                <a:gd name="T30" fmla="*/ 794 w 883"/>
                <a:gd name="T31" fmla="*/ 505 h 1335"/>
                <a:gd name="T32" fmla="*/ 710 w 883"/>
                <a:gd name="T33" fmla="*/ 571 h 1335"/>
                <a:gd name="T34" fmla="*/ 777 w 883"/>
                <a:gd name="T35" fmla="*/ 821 h 1335"/>
                <a:gd name="T36" fmla="*/ 883 w 883"/>
                <a:gd name="T37" fmla="*/ 836 h 1335"/>
                <a:gd name="T38" fmla="*/ 883 w 883"/>
                <a:gd name="T39" fmla="*/ 963 h 1335"/>
                <a:gd name="T40" fmla="*/ 777 w 883"/>
                <a:gd name="T41" fmla="*/ 979 h 1335"/>
                <a:gd name="T42" fmla="*/ 710 w 883"/>
                <a:gd name="T43" fmla="*/ 1229 h 1335"/>
                <a:gd name="T44" fmla="*/ 794 w 883"/>
                <a:gd name="T45" fmla="*/ 1295 h 1335"/>
                <a:gd name="T46" fmla="*/ 771 w 883"/>
                <a:gd name="T47" fmla="*/ 1335 h 1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83" h="1335">
                  <a:moveTo>
                    <a:pt x="771" y="1335"/>
                  </a:moveTo>
                  <a:cubicBezTo>
                    <a:pt x="85" y="939"/>
                    <a:pt x="85" y="939"/>
                    <a:pt x="85" y="939"/>
                  </a:cubicBezTo>
                  <a:cubicBezTo>
                    <a:pt x="86" y="936"/>
                    <a:pt x="86" y="936"/>
                    <a:pt x="86" y="936"/>
                  </a:cubicBezTo>
                  <a:cubicBezTo>
                    <a:pt x="90" y="924"/>
                    <a:pt x="92" y="912"/>
                    <a:pt x="92" y="900"/>
                  </a:cubicBezTo>
                  <a:cubicBezTo>
                    <a:pt x="92" y="847"/>
                    <a:pt x="55" y="802"/>
                    <a:pt x="3" y="792"/>
                  </a:cubicBezTo>
                  <a:cubicBezTo>
                    <a:pt x="0" y="792"/>
                    <a:pt x="0" y="792"/>
                    <a:pt x="0" y="7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62" y="106"/>
                    <a:pt x="62" y="106"/>
                    <a:pt x="62" y="106"/>
                  </a:cubicBezTo>
                  <a:cubicBezTo>
                    <a:pt x="148" y="115"/>
                    <a:pt x="232" y="137"/>
                    <a:pt x="312" y="173"/>
                  </a:cubicBezTo>
                  <a:cubicBezTo>
                    <a:pt x="378" y="89"/>
                    <a:pt x="378" y="89"/>
                    <a:pt x="378" y="89"/>
                  </a:cubicBezTo>
                  <a:cubicBezTo>
                    <a:pt x="488" y="152"/>
                    <a:pt x="488" y="152"/>
                    <a:pt x="488" y="152"/>
                  </a:cubicBezTo>
                  <a:cubicBezTo>
                    <a:pt x="448" y="252"/>
                    <a:pt x="448" y="252"/>
                    <a:pt x="448" y="252"/>
                  </a:cubicBezTo>
                  <a:cubicBezTo>
                    <a:pt x="519" y="303"/>
                    <a:pt x="580" y="364"/>
                    <a:pt x="631" y="435"/>
                  </a:cubicBezTo>
                  <a:cubicBezTo>
                    <a:pt x="730" y="395"/>
                    <a:pt x="730" y="395"/>
                    <a:pt x="730" y="395"/>
                  </a:cubicBezTo>
                  <a:cubicBezTo>
                    <a:pt x="794" y="505"/>
                    <a:pt x="794" y="505"/>
                    <a:pt x="794" y="505"/>
                  </a:cubicBezTo>
                  <a:cubicBezTo>
                    <a:pt x="710" y="571"/>
                    <a:pt x="710" y="571"/>
                    <a:pt x="710" y="571"/>
                  </a:cubicBezTo>
                  <a:cubicBezTo>
                    <a:pt x="746" y="650"/>
                    <a:pt x="768" y="734"/>
                    <a:pt x="777" y="821"/>
                  </a:cubicBezTo>
                  <a:cubicBezTo>
                    <a:pt x="883" y="836"/>
                    <a:pt x="883" y="836"/>
                    <a:pt x="883" y="836"/>
                  </a:cubicBezTo>
                  <a:cubicBezTo>
                    <a:pt x="883" y="963"/>
                    <a:pt x="883" y="963"/>
                    <a:pt x="883" y="963"/>
                  </a:cubicBezTo>
                  <a:cubicBezTo>
                    <a:pt x="777" y="979"/>
                    <a:pt x="777" y="979"/>
                    <a:pt x="777" y="979"/>
                  </a:cubicBezTo>
                  <a:cubicBezTo>
                    <a:pt x="768" y="1065"/>
                    <a:pt x="746" y="1149"/>
                    <a:pt x="710" y="1229"/>
                  </a:cubicBezTo>
                  <a:cubicBezTo>
                    <a:pt x="794" y="1295"/>
                    <a:pt x="794" y="1295"/>
                    <a:pt x="794" y="1295"/>
                  </a:cubicBezTo>
                  <a:lnTo>
                    <a:pt x="771" y="1335"/>
                  </a:lnTo>
                  <a:close/>
                </a:path>
              </a:pathLst>
            </a:custGeom>
            <a:solidFill>
              <a:srgbClr val="F472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51" name="出自【趣你的PPT】(微信:qunideppt)：最优质的PPT资源库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01477" y="2916474"/>
              <a:ext cx="792549" cy="579170"/>
            </a:xfrm>
            <a:prstGeom prst="rect">
              <a:avLst/>
            </a:prstGeom>
            <a:noFill/>
          </p:spPr>
        </p:pic>
      </p:grpSp>
      <p:sp>
        <p:nvSpPr>
          <p:cNvPr id="52" name="出自【趣你的PPT】(微信:qunideppt)：最优质的PPT资源库"/>
          <p:cNvSpPr/>
          <p:nvPr/>
        </p:nvSpPr>
        <p:spPr>
          <a:xfrm>
            <a:off x="5400199" y="2444943"/>
            <a:ext cx="648182" cy="648182"/>
          </a:xfrm>
          <a:prstGeom prst="rect">
            <a:avLst/>
          </a:prstGeom>
          <a:solidFill>
            <a:srgbClr val="F472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出自【趣你的PPT】(微信:qunideppt)：最优质的PPT资源库"/>
          <p:cNvSpPr txBox="1"/>
          <p:nvPr/>
        </p:nvSpPr>
        <p:spPr>
          <a:xfrm>
            <a:off x="5348112" y="2488221"/>
            <a:ext cx="706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2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出自【趣你的PPT】(微信:qunideppt)：最优质的PPT资源库"/>
          <p:cNvSpPr txBox="1">
            <a:spLocks/>
          </p:cNvSpPr>
          <p:nvPr/>
        </p:nvSpPr>
        <p:spPr>
          <a:xfrm>
            <a:off x="6100468" y="2439580"/>
            <a:ext cx="5422738" cy="653546"/>
          </a:xfrm>
          <a:prstGeom prst="rect">
            <a:avLst/>
          </a:prstGeom>
        </p:spPr>
        <p:txBody>
          <a:bodyPr vert="horz" lIns="121682" tIns="60841" rIns="121682" bIns="6084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界面不要雷同，代码同样不要雷同，不属于巧合</a:t>
            </a:r>
          </a:p>
        </p:txBody>
      </p:sp>
      <p:sp>
        <p:nvSpPr>
          <p:cNvPr id="55" name="出自【趣你的PPT】(微信:qunideppt)：最优质的PPT资源库"/>
          <p:cNvSpPr/>
          <p:nvPr/>
        </p:nvSpPr>
        <p:spPr>
          <a:xfrm>
            <a:off x="5348112" y="3493989"/>
            <a:ext cx="648182" cy="648182"/>
          </a:xfrm>
          <a:prstGeom prst="rect">
            <a:avLst/>
          </a:prstGeom>
          <a:solidFill>
            <a:srgbClr val="F8D3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出自【趣你的PPT】(微信:qunideppt)：最优质的PPT资源库"/>
          <p:cNvSpPr txBox="1"/>
          <p:nvPr/>
        </p:nvSpPr>
        <p:spPr>
          <a:xfrm>
            <a:off x="5296025" y="3537267"/>
            <a:ext cx="706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32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出自【趣你的PPT】(微信:qunideppt)：最优质的PPT资源库"/>
          <p:cNvSpPr txBox="1">
            <a:spLocks/>
          </p:cNvSpPr>
          <p:nvPr/>
        </p:nvSpPr>
        <p:spPr>
          <a:xfrm>
            <a:off x="6048381" y="3488626"/>
            <a:ext cx="5422738" cy="653546"/>
          </a:xfrm>
          <a:prstGeom prst="rect">
            <a:avLst/>
          </a:prstGeom>
        </p:spPr>
        <p:txBody>
          <a:bodyPr vert="horz" lIns="121682" tIns="60841" rIns="121682" bIns="6084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系统要能够正常实现功能，不能运行即未完成</a:t>
            </a:r>
          </a:p>
        </p:txBody>
      </p:sp>
      <p:sp>
        <p:nvSpPr>
          <p:cNvPr id="58" name="出自【趣你的PPT】(微信:qunideppt)：最优质的PPT资源库"/>
          <p:cNvSpPr/>
          <p:nvPr/>
        </p:nvSpPr>
        <p:spPr>
          <a:xfrm>
            <a:off x="5400199" y="4537671"/>
            <a:ext cx="648182" cy="648182"/>
          </a:xfrm>
          <a:prstGeom prst="rect">
            <a:avLst/>
          </a:prstGeom>
          <a:solidFill>
            <a:srgbClr val="7CC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出自【趣你的PPT】(微信:qunideppt)：最优质的PPT资源库"/>
          <p:cNvSpPr txBox="1"/>
          <p:nvPr/>
        </p:nvSpPr>
        <p:spPr>
          <a:xfrm>
            <a:off x="5348112" y="4580949"/>
            <a:ext cx="706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32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出自【趣你的PPT】(微信:qunideppt)：最优质的PPT资源库"/>
          <p:cNvSpPr txBox="1">
            <a:spLocks/>
          </p:cNvSpPr>
          <p:nvPr/>
        </p:nvSpPr>
        <p:spPr>
          <a:xfrm>
            <a:off x="6100468" y="4532308"/>
            <a:ext cx="5422738" cy="653546"/>
          </a:xfrm>
          <a:prstGeom prst="rect">
            <a:avLst/>
          </a:prstGeom>
        </p:spPr>
        <p:txBody>
          <a:bodyPr vert="horz" lIns="121682" tIns="60841" rIns="121682" bIns="6084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技术问答主要是向了解对于所用技术和业务的了解程度，内容都是项目中用到的技术，不超纲</a:t>
            </a:r>
          </a:p>
        </p:txBody>
      </p:sp>
    </p:spTree>
    <p:extLst>
      <p:ext uri="{BB962C8B-B14F-4D97-AF65-F5344CB8AC3E}">
        <p14:creationId xmlns:p14="http://schemas.microsoft.com/office/powerpoint/2010/main" val="2496252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出自【趣你的PPT】(微信:qunideppt)：最优质的PPT资源库"/>
          <p:cNvGrpSpPr/>
          <p:nvPr/>
        </p:nvGrpSpPr>
        <p:grpSpPr>
          <a:xfrm>
            <a:off x="0" y="292608"/>
            <a:ext cx="12190828" cy="548640"/>
            <a:chOff x="0" y="292608"/>
            <a:chExt cx="12190828" cy="548640"/>
          </a:xfrm>
        </p:grpSpPr>
        <p:sp>
          <p:nvSpPr>
            <p:cNvPr id="43" name="出自【趣你的PPT】(微信:qunideppt)：最优质的PPT资源库"/>
            <p:cNvSpPr/>
            <p:nvPr/>
          </p:nvSpPr>
          <p:spPr>
            <a:xfrm>
              <a:off x="0" y="292608"/>
              <a:ext cx="3118104" cy="548640"/>
            </a:xfrm>
            <a:custGeom>
              <a:avLst/>
              <a:gdLst>
                <a:gd name="connsiteX0" fmla="*/ 0 w 3118104"/>
                <a:gd name="connsiteY0" fmla="*/ 0 h 539496"/>
                <a:gd name="connsiteX1" fmla="*/ 3118104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0 h 539496"/>
                <a:gd name="connsiteX1" fmla="*/ 2871216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9144 h 548640"/>
                <a:gd name="connsiteX1" fmla="*/ 2679192 w 3118104"/>
                <a:gd name="connsiteY1" fmla="*/ 0 h 548640"/>
                <a:gd name="connsiteX2" fmla="*/ 3118104 w 3118104"/>
                <a:gd name="connsiteY2" fmla="*/ 548640 h 548640"/>
                <a:gd name="connsiteX3" fmla="*/ 0 w 3118104"/>
                <a:gd name="connsiteY3" fmla="*/ 548640 h 548640"/>
                <a:gd name="connsiteX4" fmla="*/ 0 w 3118104"/>
                <a:gd name="connsiteY4" fmla="*/ 9144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104" h="548640">
                  <a:moveTo>
                    <a:pt x="0" y="9144"/>
                  </a:moveTo>
                  <a:lnTo>
                    <a:pt x="2679192" y="0"/>
                  </a:lnTo>
                  <a:lnTo>
                    <a:pt x="3118104" y="548640"/>
                  </a:lnTo>
                  <a:lnTo>
                    <a:pt x="0" y="548640"/>
                  </a:lnTo>
                  <a:lnTo>
                    <a:pt x="0" y="9144"/>
                  </a:lnTo>
                  <a:close/>
                </a:path>
              </a:pathLst>
            </a:custGeom>
            <a:solidFill>
              <a:srgbClr val="5DA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45" name="出自【趣你的PPT】(微信:qunideppt)：最优质的PPT资源库"/>
            <p:cNvCxnSpPr/>
            <p:nvPr/>
          </p:nvCxnSpPr>
          <p:spPr>
            <a:xfrm>
              <a:off x="3108960" y="832104"/>
              <a:ext cx="908186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出自【趣你的PPT】(微信:qunideppt)：最优质的PPT资源库"/>
          <p:cNvSpPr txBox="1"/>
          <p:nvPr/>
        </p:nvSpPr>
        <p:spPr>
          <a:xfrm>
            <a:off x="292608" y="366873"/>
            <a:ext cx="2359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软件项目开发</a:t>
            </a:r>
          </a:p>
        </p:txBody>
      </p:sp>
      <p:sp>
        <p:nvSpPr>
          <p:cNvPr id="40" name="出自【趣你的PPT】(微信:qunideppt)：最优质的PPT资源库"/>
          <p:cNvSpPr>
            <a:spLocks/>
          </p:cNvSpPr>
          <p:nvPr/>
        </p:nvSpPr>
        <p:spPr bwMode="auto">
          <a:xfrm>
            <a:off x="1252712" y="3965062"/>
            <a:ext cx="3002424" cy="1618113"/>
          </a:xfrm>
          <a:custGeom>
            <a:avLst/>
            <a:gdLst>
              <a:gd name="T0" fmla="*/ 834 w 1542"/>
              <a:gd name="T1" fmla="*/ 831 h 831"/>
              <a:gd name="T2" fmla="*/ 708 w 1542"/>
              <a:gd name="T3" fmla="*/ 831 h 831"/>
              <a:gd name="T4" fmla="*/ 692 w 1542"/>
              <a:gd name="T5" fmla="*/ 725 h 831"/>
              <a:gd name="T6" fmla="*/ 442 w 1542"/>
              <a:gd name="T7" fmla="*/ 658 h 831"/>
              <a:gd name="T8" fmla="*/ 376 w 1542"/>
              <a:gd name="T9" fmla="*/ 742 h 831"/>
              <a:gd name="T10" fmla="*/ 266 w 1542"/>
              <a:gd name="T11" fmla="*/ 679 h 831"/>
              <a:gd name="T12" fmla="*/ 306 w 1542"/>
              <a:gd name="T13" fmla="*/ 579 h 831"/>
              <a:gd name="T14" fmla="*/ 123 w 1542"/>
              <a:gd name="T15" fmla="*/ 396 h 831"/>
              <a:gd name="T16" fmla="*/ 23 w 1542"/>
              <a:gd name="T17" fmla="*/ 436 h 831"/>
              <a:gd name="T18" fmla="*/ 0 w 1542"/>
              <a:gd name="T19" fmla="*/ 396 h 831"/>
              <a:gd name="T20" fmla="*/ 686 w 1542"/>
              <a:gd name="T21" fmla="*/ 0 h 831"/>
              <a:gd name="T22" fmla="*/ 688 w 1542"/>
              <a:gd name="T23" fmla="*/ 2 h 831"/>
              <a:gd name="T24" fmla="*/ 771 w 1542"/>
              <a:gd name="T25" fmla="*/ 40 h 831"/>
              <a:gd name="T26" fmla="*/ 854 w 1542"/>
              <a:gd name="T27" fmla="*/ 2 h 831"/>
              <a:gd name="T28" fmla="*/ 856 w 1542"/>
              <a:gd name="T29" fmla="*/ 0 h 831"/>
              <a:gd name="T30" fmla="*/ 859 w 1542"/>
              <a:gd name="T31" fmla="*/ 2 h 831"/>
              <a:gd name="T32" fmla="*/ 1542 w 1542"/>
              <a:gd name="T33" fmla="*/ 396 h 831"/>
              <a:gd name="T34" fmla="*/ 1519 w 1542"/>
              <a:gd name="T35" fmla="*/ 436 h 831"/>
              <a:gd name="T36" fmla="*/ 1419 w 1542"/>
              <a:gd name="T37" fmla="*/ 396 h 831"/>
              <a:gd name="T38" fmla="*/ 1236 w 1542"/>
              <a:gd name="T39" fmla="*/ 579 h 831"/>
              <a:gd name="T40" fmla="*/ 1276 w 1542"/>
              <a:gd name="T41" fmla="*/ 679 h 831"/>
              <a:gd name="T42" fmla="*/ 1166 w 1542"/>
              <a:gd name="T43" fmla="*/ 742 h 831"/>
              <a:gd name="T44" fmla="*/ 1100 w 1542"/>
              <a:gd name="T45" fmla="*/ 658 h 831"/>
              <a:gd name="T46" fmla="*/ 850 w 1542"/>
              <a:gd name="T47" fmla="*/ 725 h 831"/>
              <a:gd name="T48" fmla="*/ 834 w 1542"/>
              <a:gd name="T49" fmla="*/ 831 h 8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542" h="831">
                <a:moveTo>
                  <a:pt x="834" y="831"/>
                </a:moveTo>
                <a:cubicBezTo>
                  <a:pt x="708" y="831"/>
                  <a:pt x="708" y="831"/>
                  <a:pt x="708" y="831"/>
                </a:cubicBezTo>
                <a:cubicBezTo>
                  <a:pt x="692" y="725"/>
                  <a:pt x="692" y="725"/>
                  <a:pt x="692" y="725"/>
                </a:cubicBezTo>
                <a:cubicBezTo>
                  <a:pt x="605" y="716"/>
                  <a:pt x="521" y="694"/>
                  <a:pt x="442" y="658"/>
                </a:cubicBezTo>
                <a:cubicBezTo>
                  <a:pt x="376" y="742"/>
                  <a:pt x="376" y="742"/>
                  <a:pt x="376" y="742"/>
                </a:cubicBezTo>
                <a:cubicBezTo>
                  <a:pt x="266" y="679"/>
                  <a:pt x="266" y="679"/>
                  <a:pt x="266" y="679"/>
                </a:cubicBezTo>
                <a:cubicBezTo>
                  <a:pt x="306" y="579"/>
                  <a:pt x="306" y="579"/>
                  <a:pt x="306" y="579"/>
                </a:cubicBezTo>
                <a:cubicBezTo>
                  <a:pt x="235" y="528"/>
                  <a:pt x="174" y="467"/>
                  <a:pt x="123" y="396"/>
                </a:cubicBezTo>
                <a:cubicBezTo>
                  <a:pt x="23" y="436"/>
                  <a:pt x="23" y="436"/>
                  <a:pt x="23" y="436"/>
                </a:cubicBezTo>
                <a:cubicBezTo>
                  <a:pt x="0" y="396"/>
                  <a:pt x="0" y="396"/>
                  <a:pt x="0" y="396"/>
                </a:cubicBezTo>
                <a:cubicBezTo>
                  <a:pt x="686" y="0"/>
                  <a:pt x="686" y="0"/>
                  <a:pt x="686" y="0"/>
                </a:cubicBezTo>
                <a:cubicBezTo>
                  <a:pt x="688" y="2"/>
                  <a:pt x="688" y="2"/>
                  <a:pt x="688" y="2"/>
                </a:cubicBezTo>
                <a:cubicBezTo>
                  <a:pt x="709" y="27"/>
                  <a:pt x="739" y="40"/>
                  <a:pt x="771" y="40"/>
                </a:cubicBezTo>
                <a:cubicBezTo>
                  <a:pt x="803" y="40"/>
                  <a:pt x="833" y="27"/>
                  <a:pt x="854" y="2"/>
                </a:cubicBezTo>
                <a:cubicBezTo>
                  <a:pt x="856" y="0"/>
                  <a:pt x="856" y="0"/>
                  <a:pt x="856" y="0"/>
                </a:cubicBezTo>
                <a:cubicBezTo>
                  <a:pt x="859" y="2"/>
                  <a:pt x="859" y="2"/>
                  <a:pt x="859" y="2"/>
                </a:cubicBezTo>
                <a:cubicBezTo>
                  <a:pt x="1542" y="396"/>
                  <a:pt x="1542" y="396"/>
                  <a:pt x="1542" y="396"/>
                </a:cubicBezTo>
                <a:cubicBezTo>
                  <a:pt x="1519" y="436"/>
                  <a:pt x="1519" y="436"/>
                  <a:pt x="1519" y="436"/>
                </a:cubicBezTo>
                <a:cubicBezTo>
                  <a:pt x="1419" y="396"/>
                  <a:pt x="1419" y="396"/>
                  <a:pt x="1419" y="396"/>
                </a:cubicBezTo>
                <a:cubicBezTo>
                  <a:pt x="1368" y="467"/>
                  <a:pt x="1307" y="528"/>
                  <a:pt x="1236" y="579"/>
                </a:cubicBezTo>
                <a:cubicBezTo>
                  <a:pt x="1276" y="679"/>
                  <a:pt x="1276" y="679"/>
                  <a:pt x="1276" y="679"/>
                </a:cubicBezTo>
                <a:cubicBezTo>
                  <a:pt x="1166" y="742"/>
                  <a:pt x="1166" y="742"/>
                  <a:pt x="1166" y="742"/>
                </a:cubicBezTo>
                <a:cubicBezTo>
                  <a:pt x="1100" y="658"/>
                  <a:pt x="1100" y="658"/>
                  <a:pt x="1100" y="658"/>
                </a:cubicBezTo>
                <a:cubicBezTo>
                  <a:pt x="1021" y="694"/>
                  <a:pt x="937" y="716"/>
                  <a:pt x="850" y="725"/>
                </a:cubicBezTo>
                <a:lnTo>
                  <a:pt x="834" y="831"/>
                </a:lnTo>
                <a:close/>
              </a:path>
            </a:pathLst>
          </a:custGeom>
          <a:solidFill>
            <a:srgbClr val="F8D3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出自【趣你的PPT】(微信:qunideppt)：最优质的PPT资源库"/>
          <p:cNvSpPr>
            <a:spLocks noEditPoints="1"/>
          </p:cNvSpPr>
          <p:nvPr/>
        </p:nvSpPr>
        <p:spPr bwMode="auto">
          <a:xfrm>
            <a:off x="2560700" y="4507554"/>
            <a:ext cx="386447" cy="524836"/>
          </a:xfrm>
          <a:custGeom>
            <a:avLst/>
            <a:gdLst>
              <a:gd name="T0" fmla="*/ 162 w 802"/>
              <a:gd name="T1" fmla="*/ 406 h 1092"/>
              <a:gd name="T2" fmla="*/ 246 w 802"/>
              <a:gd name="T3" fmla="*/ 605 h 1092"/>
              <a:gd name="T4" fmla="*/ 315 w 802"/>
              <a:gd name="T5" fmla="*/ 764 h 1092"/>
              <a:gd name="T6" fmla="*/ 470 w 802"/>
              <a:gd name="T7" fmla="*/ 769 h 1092"/>
              <a:gd name="T8" fmla="*/ 504 w 802"/>
              <a:gd name="T9" fmla="*/ 705 h 1092"/>
              <a:gd name="T10" fmla="*/ 590 w 802"/>
              <a:gd name="T11" fmla="*/ 545 h 1092"/>
              <a:gd name="T12" fmla="*/ 401 w 802"/>
              <a:gd name="T13" fmla="*/ 167 h 1092"/>
              <a:gd name="T14" fmla="*/ 332 w 802"/>
              <a:gd name="T15" fmla="*/ 819 h 1092"/>
              <a:gd name="T16" fmla="*/ 253 w 802"/>
              <a:gd name="T17" fmla="*/ 728 h 1092"/>
              <a:gd name="T18" fmla="*/ 170 w 802"/>
              <a:gd name="T19" fmla="*/ 573 h 1092"/>
              <a:gd name="T20" fmla="*/ 401 w 802"/>
              <a:gd name="T21" fmla="*/ 117 h 1092"/>
              <a:gd name="T22" fmla="*/ 632 w 802"/>
              <a:gd name="T23" fmla="*/ 573 h 1092"/>
              <a:gd name="T24" fmla="*/ 548 w 802"/>
              <a:gd name="T25" fmla="*/ 728 h 1092"/>
              <a:gd name="T26" fmla="*/ 470 w 802"/>
              <a:gd name="T27" fmla="*/ 819 h 1092"/>
              <a:gd name="T28" fmla="*/ 287 w 802"/>
              <a:gd name="T29" fmla="*/ 979 h 1092"/>
              <a:gd name="T30" fmla="*/ 481 w 802"/>
              <a:gd name="T31" fmla="*/ 1016 h 1092"/>
              <a:gd name="T32" fmla="*/ 481 w 802"/>
              <a:gd name="T33" fmla="*/ 942 h 1092"/>
              <a:gd name="T34" fmla="*/ 310 w 802"/>
              <a:gd name="T35" fmla="*/ 1002 h 1092"/>
              <a:gd name="T36" fmla="*/ 496 w 802"/>
              <a:gd name="T37" fmla="*/ 1002 h 1092"/>
              <a:gd name="T38" fmla="*/ 519 w 802"/>
              <a:gd name="T39" fmla="*/ 979 h 1092"/>
              <a:gd name="T40" fmla="*/ 287 w 802"/>
              <a:gd name="T41" fmla="*/ 862 h 1092"/>
              <a:gd name="T42" fmla="*/ 519 w 802"/>
              <a:gd name="T43" fmla="*/ 979 h 1092"/>
              <a:gd name="T44" fmla="*/ 517 w 802"/>
              <a:gd name="T45" fmla="*/ 456 h 1092"/>
              <a:gd name="T46" fmla="*/ 439 w 802"/>
              <a:gd name="T47" fmla="*/ 535 h 1092"/>
              <a:gd name="T48" fmla="*/ 363 w 802"/>
              <a:gd name="T49" fmla="*/ 535 h 1092"/>
              <a:gd name="T50" fmla="*/ 284 w 802"/>
              <a:gd name="T51" fmla="*/ 456 h 1092"/>
              <a:gd name="T52" fmla="*/ 284 w 802"/>
              <a:gd name="T53" fmla="*/ 380 h 1092"/>
              <a:gd name="T54" fmla="*/ 363 w 802"/>
              <a:gd name="T55" fmla="*/ 302 h 1092"/>
              <a:gd name="T56" fmla="*/ 439 w 802"/>
              <a:gd name="T57" fmla="*/ 302 h 1092"/>
              <a:gd name="T58" fmla="*/ 517 w 802"/>
              <a:gd name="T59" fmla="*/ 380 h 1092"/>
              <a:gd name="T60" fmla="*/ 770 w 802"/>
              <a:gd name="T61" fmla="*/ 369 h 1092"/>
              <a:gd name="T62" fmla="*/ 729 w 802"/>
              <a:gd name="T63" fmla="*/ 406 h 1092"/>
              <a:gd name="T64" fmla="*/ 770 w 802"/>
              <a:gd name="T65" fmla="*/ 429 h 1092"/>
              <a:gd name="T66" fmla="*/ 770 w 802"/>
              <a:gd name="T67" fmla="*/ 369 h 1092"/>
              <a:gd name="T68" fmla="*/ 682 w 802"/>
              <a:gd name="T69" fmla="*/ 162 h 1092"/>
              <a:gd name="T70" fmla="*/ 640 w 802"/>
              <a:gd name="T71" fmla="*/ 119 h 1092"/>
              <a:gd name="T72" fmla="*/ 651 w 802"/>
              <a:gd name="T73" fmla="*/ 193 h 1092"/>
              <a:gd name="T74" fmla="*/ 430 w 802"/>
              <a:gd name="T75" fmla="*/ 78 h 1092"/>
              <a:gd name="T76" fmla="*/ 400 w 802"/>
              <a:gd name="T77" fmla="*/ 0 h 1092"/>
              <a:gd name="T78" fmla="*/ 370 w 802"/>
              <a:gd name="T79" fmla="*/ 78 h 1092"/>
              <a:gd name="T80" fmla="*/ 147 w 802"/>
              <a:gd name="T81" fmla="*/ 196 h 1092"/>
              <a:gd name="T82" fmla="*/ 160 w 802"/>
              <a:gd name="T83" fmla="*/ 124 h 1092"/>
              <a:gd name="T84" fmla="*/ 118 w 802"/>
              <a:gd name="T85" fmla="*/ 167 h 1092"/>
              <a:gd name="T86" fmla="*/ 72 w 802"/>
              <a:gd name="T87" fmla="*/ 406 h 1092"/>
              <a:gd name="T88" fmla="*/ 31 w 802"/>
              <a:gd name="T89" fmla="*/ 369 h 1092"/>
              <a:gd name="T90" fmla="*/ 31 w 802"/>
              <a:gd name="T91" fmla="*/ 429 h 1092"/>
              <a:gd name="T92" fmla="*/ 72 w 802"/>
              <a:gd name="T93" fmla="*/ 406 h 1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02" h="1092">
                <a:moveTo>
                  <a:pt x="401" y="167"/>
                </a:moveTo>
                <a:cubicBezTo>
                  <a:pt x="269" y="167"/>
                  <a:pt x="162" y="274"/>
                  <a:pt x="162" y="406"/>
                </a:cubicBezTo>
                <a:cubicBezTo>
                  <a:pt x="162" y="469"/>
                  <a:pt x="211" y="545"/>
                  <a:pt x="212" y="545"/>
                </a:cubicBezTo>
                <a:cubicBezTo>
                  <a:pt x="222" y="561"/>
                  <a:pt x="238" y="587"/>
                  <a:pt x="246" y="605"/>
                </a:cubicBezTo>
                <a:lnTo>
                  <a:pt x="298" y="705"/>
                </a:lnTo>
                <a:cubicBezTo>
                  <a:pt x="308" y="724"/>
                  <a:pt x="315" y="749"/>
                  <a:pt x="315" y="764"/>
                </a:cubicBezTo>
                <a:cubicBezTo>
                  <a:pt x="316" y="764"/>
                  <a:pt x="321" y="769"/>
                  <a:pt x="332" y="769"/>
                </a:cubicBezTo>
                <a:lnTo>
                  <a:pt x="470" y="769"/>
                </a:lnTo>
                <a:cubicBezTo>
                  <a:pt x="480" y="769"/>
                  <a:pt x="486" y="764"/>
                  <a:pt x="487" y="763"/>
                </a:cubicBezTo>
                <a:cubicBezTo>
                  <a:pt x="487" y="749"/>
                  <a:pt x="494" y="724"/>
                  <a:pt x="504" y="705"/>
                </a:cubicBezTo>
                <a:lnTo>
                  <a:pt x="555" y="605"/>
                </a:lnTo>
                <a:cubicBezTo>
                  <a:pt x="564" y="588"/>
                  <a:pt x="579" y="561"/>
                  <a:pt x="590" y="545"/>
                </a:cubicBezTo>
                <a:cubicBezTo>
                  <a:pt x="607" y="519"/>
                  <a:pt x="640" y="456"/>
                  <a:pt x="640" y="406"/>
                </a:cubicBezTo>
                <a:cubicBezTo>
                  <a:pt x="640" y="274"/>
                  <a:pt x="533" y="167"/>
                  <a:pt x="401" y="167"/>
                </a:cubicBezTo>
                <a:close/>
                <a:moveTo>
                  <a:pt x="470" y="819"/>
                </a:moveTo>
                <a:lnTo>
                  <a:pt x="332" y="819"/>
                </a:lnTo>
                <a:cubicBezTo>
                  <a:pt x="294" y="819"/>
                  <a:pt x="265" y="795"/>
                  <a:pt x="265" y="764"/>
                </a:cubicBezTo>
                <a:cubicBezTo>
                  <a:pt x="265" y="760"/>
                  <a:pt x="261" y="743"/>
                  <a:pt x="253" y="728"/>
                </a:cubicBezTo>
                <a:lnTo>
                  <a:pt x="202" y="628"/>
                </a:lnTo>
                <a:cubicBezTo>
                  <a:pt x="194" y="612"/>
                  <a:pt x="180" y="587"/>
                  <a:pt x="170" y="573"/>
                </a:cubicBezTo>
                <a:cubicBezTo>
                  <a:pt x="164" y="564"/>
                  <a:pt x="112" y="482"/>
                  <a:pt x="112" y="406"/>
                </a:cubicBezTo>
                <a:cubicBezTo>
                  <a:pt x="112" y="246"/>
                  <a:pt x="241" y="117"/>
                  <a:pt x="401" y="117"/>
                </a:cubicBezTo>
                <a:cubicBezTo>
                  <a:pt x="560" y="117"/>
                  <a:pt x="690" y="246"/>
                  <a:pt x="690" y="406"/>
                </a:cubicBezTo>
                <a:cubicBezTo>
                  <a:pt x="690" y="482"/>
                  <a:pt x="638" y="564"/>
                  <a:pt x="632" y="573"/>
                </a:cubicBezTo>
                <a:cubicBezTo>
                  <a:pt x="622" y="587"/>
                  <a:pt x="608" y="612"/>
                  <a:pt x="600" y="628"/>
                </a:cubicBezTo>
                <a:lnTo>
                  <a:pt x="548" y="728"/>
                </a:lnTo>
                <a:cubicBezTo>
                  <a:pt x="541" y="743"/>
                  <a:pt x="537" y="760"/>
                  <a:pt x="537" y="764"/>
                </a:cubicBezTo>
                <a:cubicBezTo>
                  <a:pt x="537" y="795"/>
                  <a:pt x="507" y="819"/>
                  <a:pt x="470" y="819"/>
                </a:cubicBezTo>
                <a:close/>
                <a:moveTo>
                  <a:pt x="325" y="942"/>
                </a:moveTo>
                <a:cubicBezTo>
                  <a:pt x="304" y="942"/>
                  <a:pt x="287" y="958"/>
                  <a:pt x="287" y="979"/>
                </a:cubicBezTo>
                <a:cubicBezTo>
                  <a:pt x="287" y="999"/>
                  <a:pt x="304" y="1016"/>
                  <a:pt x="325" y="1016"/>
                </a:cubicBezTo>
                <a:lnTo>
                  <a:pt x="481" y="1016"/>
                </a:lnTo>
                <a:cubicBezTo>
                  <a:pt x="502" y="1016"/>
                  <a:pt x="519" y="999"/>
                  <a:pt x="519" y="979"/>
                </a:cubicBezTo>
                <a:cubicBezTo>
                  <a:pt x="519" y="958"/>
                  <a:pt x="502" y="942"/>
                  <a:pt x="481" y="942"/>
                </a:cubicBezTo>
                <a:lnTo>
                  <a:pt x="325" y="942"/>
                </a:lnTo>
                <a:close/>
                <a:moveTo>
                  <a:pt x="310" y="1002"/>
                </a:moveTo>
                <a:cubicBezTo>
                  <a:pt x="312" y="1052"/>
                  <a:pt x="353" y="1092"/>
                  <a:pt x="403" y="1092"/>
                </a:cubicBezTo>
                <a:cubicBezTo>
                  <a:pt x="453" y="1092"/>
                  <a:pt x="494" y="1052"/>
                  <a:pt x="496" y="1002"/>
                </a:cubicBezTo>
                <a:lnTo>
                  <a:pt x="310" y="1002"/>
                </a:lnTo>
                <a:close/>
                <a:moveTo>
                  <a:pt x="519" y="979"/>
                </a:moveTo>
                <a:lnTo>
                  <a:pt x="287" y="979"/>
                </a:lnTo>
                <a:lnTo>
                  <a:pt x="287" y="862"/>
                </a:lnTo>
                <a:lnTo>
                  <a:pt x="519" y="862"/>
                </a:lnTo>
                <a:lnTo>
                  <a:pt x="519" y="979"/>
                </a:lnTo>
                <a:close/>
                <a:moveTo>
                  <a:pt x="555" y="418"/>
                </a:moveTo>
                <a:cubicBezTo>
                  <a:pt x="555" y="439"/>
                  <a:pt x="538" y="456"/>
                  <a:pt x="517" y="456"/>
                </a:cubicBezTo>
                <a:lnTo>
                  <a:pt x="439" y="456"/>
                </a:lnTo>
                <a:lnTo>
                  <a:pt x="439" y="535"/>
                </a:lnTo>
                <a:cubicBezTo>
                  <a:pt x="439" y="556"/>
                  <a:pt x="422" y="573"/>
                  <a:pt x="401" y="573"/>
                </a:cubicBezTo>
                <a:cubicBezTo>
                  <a:pt x="380" y="573"/>
                  <a:pt x="363" y="556"/>
                  <a:pt x="363" y="535"/>
                </a:cubicBezTo>
                <a:lnTo>
                  <a:pt x="363" y="456"/>
                </a:lnTo>
                <a:lnTo>
                  <a:pt x="284" y="456"/>
                </a:lnTo>
                <a:cubicBezTo>
                  <a:pt x="263" y="456"/>
                  <a:pt x="246" y="439"/>
                  <a:pt x="246" y="418"/>
                </a:cubicBezTo>
                <a:cubicBezTo>
                  <a:pt x="246" y="397"/>
                  <a:pt x="263" y="380"/>
                  <a:pt x="284" y="380"/>
                </a:cubicBezTo>
                <a:lnTo>
                  <a:pt x="363" y="380"/>
                </a:lnTo>
                <a:lnTo>
                  <a:pt x="363" y="302"/>
                </a:lnTo>
                <a:cubicBezTo>
                  <a:pt x="363" y="281"/>
                  <a:pt x="380" y="264"/>
                  <a:pt x="401" y="264"/>
                </a:cubicBezTo>
                <a:cubicBezTo>
                  <a:pt x="422" y="264"/>
                  <a:pt x="439" y="281"/>
                  <a:pt x="439" y="302"/>
                </a:cubicBezTo>
                <a:lnTo>
                  <a:pt x="439" y="380"/>
                </a:lnTo>
                <a:lnTo>
                  <a:pt x="517" y="380"/>
                </a:lnTo>
                <a:cubicBezTo>
                  <a:pt x="538" y="380"/>
                  <a:pt x="555" y="397"/>
                  <a:pt x="555" y="418"/>
                </a:cubicBezTo>
                <a:close/>
                <a:moveTo>
                  <a:pt x="770" y="369"/>
                </a:moveTo>
                <a:lnTo>
                  <a:pt x="727" y="369"/>
                </a:lnTo>
                <a:cubicBezTo>
                  <a:pt x="728" y="381"/>
                  <a:pt x="729" y="393"/>
                  <a:pt x="729" y="406"/>
                </a:cubicBezTo>
                <a:cubicBezTo>
                  <a:pt x="729" y="414"/>
                  <a:pt x="728" y="421"/>
                  <a:pt x="728" y="429"/>
                </a:cubicBezTo>
                <a:lnTo>
                  <a:pt x="770" y="429"/>
                </a:lnTo>
                <a:cubicBezTo>
                  <a:pt x="788" y="429"/>
                  <a:pt x="802" y="416"/>
                  <a:pt x="802" y="399"/>
                </a:cubicBezTo>
                <a:cubicBezTo>
                  <a:pt x="802" y="383"/>
                  <a:pt x="788" y="369"/>
                  <a:pt x="770" y="369"/>
                </a:cubicBezTo>
                <a:close/>
                <a:moveTo>
                  <a:pt x="651" y="193"/>
                </a:moveTo>
                <a:lnTo>
                  <a:pt x="682" y="162"/>
                </a:lnTo>
                <a:cubicBezTo>
                  <a:pt x="694" y="149"/>
                  <a:pt x="695" y="130"/>
                  <a:pt x="683" y="118"/>
                </a:cubicBezTo>
                <a:cubicBezTo>
                  <a:pt x="671" y="107"/>
                  <a:pt x="652" y="107"/>
                  <a:pt x="640" y="119"/>
                </a:cubicBezTo>
                <a:lnTo>
                  <a:pt x="608" y="151"/>
                </a:lnTo>
                <a:cubicBezTo>
                  <a:pt x="624" y="163"/>
                  <a:pt x="638" y="177"/>
                  <a:pt x="651" y="193"/>
                </a:cubicBezTo>
                <a:close/>
                <a:moveTo>
                  <a:pt x="400" y="77"/>
                </a:moveTo>
                <a:cubicBezTo>
                  <a:pt x="410" y="77"/>
                  <a:pt x="420" y="77"/>
                  <a:pt x="430" y="78"/>
                </a:cubicBezTo>
                <a:lnTo>
                  <a:pt x="430" y="32"/>
                </a:lnTo>
                <a:cubicBezTo>
                  <a:pt x="430" y="14"/>
                  <a:pt x="416" y="0"/>
                  <a:pt x="400" y="0"/>
                </a:cubicBezTo>
                <a:cubicBezTo>
                  <a:pt x="384" y="0"/>
                  <a:pt x="370" y="14"/>
                  <a:pt x="370" y="32"/>
                </a:cubicBezTo>
                <a:lnTo>
                  <a:pt x="370" y="78"/>
                </a:lnTo>
                <a:cubicBezTo>
                  <a:pt x="380" y="77"/>
                  <a:pt x="390" y="77"/>
                  <a:pt x="400" y="77"/>
                </a:cubicBezTo>
                <a:close/>
                <a:moveTo>
                  <a:pt x="147" y="196"/>
                </a:moveTo>
                <a:cubicBezTo>
                  <a:pt x="160" y="181"/>
                  <a:pt x="174" y="167"/>
                  <a:pt x="189" y="154"/>
                </a:cubicBezTo>
                <a:lnTo>
                  <a:pt x="160" y="124"/>
                </a:lnTo>
                <a:cubicBezTo>
                  <a:pt x="148" y="112"/>
                  <a:pt x="129" y="112"/>
                  <a:pt x="117" y="124"/>
                </a:cubicBezTo>
                <a:cubicBezTo>
                  <a:pt x="105" y="135"/>
                  <a:pt x="106" y="155"/>
                  <a:pt x="118" y="167"/>
                </a:cubicBezTo>
                <a:lnTo>
                  <a:pt x="147" y="196"/>
                </a:lnTo>
                <a:close/>
                <a:moveTo>
                  <a:pt x="72" y="406"/>
                </a:moveTo>
                <a:cubicBezTo>
                  <a:pt x="72" y="393"/>
                  <a:pt x="72" y="381"/>
                  <a:pt x="74" y="369"/>
                </a:cubicBezTo>
                <a:lnTo>
                  <a:pt x="31" y="369"/>
                </a:lnTo>
                <a:cubicBezTo>
                  <a:pt x="14" y="369"/>
                  <a:pt x="0" y="383"/>
                  <a:pt x="0" y="399"/>
                </a:cubicBezTo>
                <a:cubicBezTo>
                  <a:pt x="0" y="416"/>
                  <a:pt x="14" y="429"/>
                  <a:pt x="31" y="429"/>
                </a:cubicBezTo>
                <a:lnTo>
                  <a:pt x="73" y="429"/>
                </a:lnTo>
                <a:cubicBezTo>
                  <a:pt x="72" y="421"/>
                  <a:pt x="72" y="414"/>
                  <a:pt x="72" y="4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Group 41出自【趣你的PPT】(微信:qunideppt)：最优质的PPT资源库"/>
          <p:cNvGrpSpPr/>
          <p:nvPr/>
        </p:nvGrpSpPr>
        <p:grpSpPr>
          <a:xfrm>
            <a:off x="1000833" y="2047622"/>
            <a:ext cx="1719244" cy="2598985"/>
            <a:chOff x="1135010" y="1601386"/>
            <a:chExt cx="2073637" cy="3134721"/>
          </a:xfrm>
        </p:grpSpPr>
        <p:sp>
          <p:nvSpPr>
            <p:cNvPr id="4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1135010" y="1601386"/>
              <a:ext cx="2073637" cy="3134721"/>
            </a:xfrm>
            <a:custGeom>
              <a:avLst/>
              <a:gdLst>
                <a:gd name="T0" fmla="*/ 112 w 883"/>
                <a:gd name="T1" fmla="*/ 1335 h 1335"/>
                <a:gd name="T2" fmla="*/ 89 w 883"/>
                <a:gd name="T3" fmla="*/ 1295 h 1335"/>
                <a:gd name="T4" fmla="*/ 173 w 883"/>
                <a:gd name="T5" fmla="*/ 1229 h 1335"/>
                <a:gd name="T6" fmla="*/ 106 w 883"/>
                <a:gd name="T7" fmla="*/ 979 h 1335"/>
                <a:gd name="T8" fmla="*/ 0 w 883"/>
                <a:gd name="T9" fmla="*/ 963 h 1335"/>
                <a:gd name="T10" fmla="*/ 0 w 883"/>
                <a:gd name="T11" fmla="*/ 836 h 1335"/>
                <a:gd name="T12" fmla="*/ 106 w 883"/>
                <a:gd name="T13" fmla="*/ 821 h 1335"/>
                <a:gd name="T14" fmla="*/ 173 w 883"/>
                <a:gd name="T15" fmla="*/ 571 h 1335"/>
                <a:gd name="T16" fmla="*/ 89 w 883"/>
                <a:gd name="T17" fmla="*/ 505 h 1335"/>
                <a:gd name="T18" fmla="*/ 152 w 883"/>
                <a:gd name="T19" fmla="*/ 395 h 1335"/>
                <a:gd name="T20" fmla="*/ 252 w 883"/>
                <a:gd name="T21" fmla="*/ 435 h 1335"/>
                <a:gd name="T22" fmla="*/ 435 w 883"/>
                <a:gd name="T23" fmla="*/ 252 h 1335"/>
                <a:gd name="T24" fmla="*/ 395 w 883"/>
                <a:gd name="T25" fmla="*/ 152 h 1335"/>
                <a:gd name="T26" fmla="*/ 505 w 883"/>
                <a:gd name="T27" fmla="*/ 89 h 1335"/>
                <a:gd name="T28" fmla="*/ 571 w 883"/>
                <a:gd name="T29" fmla="*/ 173 h 1335"/>
                <a:gd name="T30" fmla="*/ 821 w 883"/>
                <a:gd name="T31" fmla="*/ 106 h 1335"/>
                <a:gd name="T32" fmla="*/ 836 w 883"/>
                <a:gd name="T33" fmla="*/ 0 h 1335"/>
                <a:gd name="T34" fmla="*/ 883 w 883"/>
                <a:gd name="T35" fmla="*/ 0 h 1335"/>
                <a:gd name="T36" fmla="*/ 883 w 883"/>
                <a:gd name="T37" fmla="*/ 792 h 1335"/>
                <a:gd name="T38" fmla="*/ 879 w 883"/>
                <a:gd name="T39" fmla="*/ 792 h 1335"/>
                <a:gd name="T40" fmla="*/ 790 w 883"/>
                <a:gd name="T41" fmla="*/ 900 h 1335"/>
                <a:gd name="T42" fmla="*/ 797 w 883"/>
                <a:gd name="T43" fmla="*/ 936 h 1335"/>
                <a:gd name="T44" fmla="*/ 798 w 883"/>
                <a:gd name="T45" fmla="*/ 939 h 1335"/>
                <a:gd name="T46" fmla="*/ 795 w 883"/>
                <a:gd name="T47" fmla="*/ 941 h 1335"/>
                <a:gd name="T48" fmla="*/ 112 w 883"/>
                <a:gd name="T49" fmla="*/ 1335 h 1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83" h="1335">
                  <a:moveTo>
                    <a:pt x="112" y="1335"/>
                  </a:moveTo>
                  <a:cubicBezTo>
                    <a:pt x="89" y="1295"/>
                    <a:pt x="89" y="1295"/>
                    <a:pt x="89" y="1295"/>
                  </a:cubicBezTo>
                  <a:cubicBezTo>
                    <a:pt x="173" y="1229"/>
                    <a:pt x="173" y="1229"/>
                    <a:pt x="173" y="1229"/>
                  </a:cubicBezTo>
                  <a:cubicBezTo>
                    <a:pt x="137" y="1149"/>
                    <a:pt x="115" y="1065"/>
                    <a:pt x="106" y="979"/>
                  </a:cubicBezTo>
                  <a:cubicBezTo>
                    <a:pt x="0" y="963"/>
                    <a:pt x="0" y="963"/>
                    <a:pt x="0" y="963"/>
                  </a:cubicBezTo>
                  <a:cubicBezTo>
                    <a:pt x="0" y="836"/>
                    <a:pt x="0" y="836"/>
                    <a:pt x="0" y="836"/>
                  </a:cubicBezTo>
                  <a:cubicBezTo>
                    <a:pt x="106" y="821"/>
                    <a:pt x="106" y="821"/>
                    <a:pt x="106" y="821"/>
                  </a:cubicBezTo>
                  <a:cubicBezTo>
                    <a:pt x="115" y="734"/>
                    <a:pt x="137" y="650"/>
                    <a:pt x="173" y="571"/>
                  </a:cubicBezTo>
                  <a:cubicBezTo>
                    <a:pt x="89" y="505"/>
                    <a:pt x="89" y="505"/>
                    <a:pt x="89" y="505"/>
                  </a:cubicBezTo>
                  <a:cubicBezTo>
                    <a:pt x="152" y="395"/>
                    <a:pt x="152" y="395"/>
                    <a:pt x="152" y="395"/>
                  </a:cubicBezTo>
                  <a:cubicBezTo>
                    <a:pt x="252" y="435"/>
                    <a:pt x="252" y="435"/>
                    <a:pt x="252" y="435"/>
                  </a:cubicBezTo>
                  <a:cubicBezTo>
                    <a:pt x="303" y="364"/>
                    <a:pt x="364" y="303"/>
                    <a:pt x="435" y="252"/>
                  </a:cubicBezTo>
                  <a:cubicBezTo>
                    <a:pt x="395" y="152"/>
                    <a:pt x="395" y="152"/>
                    <a:pt x="395" y="152"/>
                  </a:cubicBezTo>
                  <a:cubicBezTo>
                    <a:pt x="505" y="89"/>
                    <a:pt x="505" y="89"/>
                    <a:pt x="505" y="89"/>
                  </a:cubicBezTo>
                  <a:cubicBezTo>
                    <a:pt x="571" y="173"/>
                    <a:pt x="571" y="173"/>
                    <a:pt x="571" y="173"/>
                  </a:cubicBezTo>
                  <a:cubicBezTo>
                    <a:pt x="650" y="137"/>
                    <a:pt x="734" y="115"/>
                    <a:pt x="821" y="106"/>
                  </a:cubicBezTo>
                  <a:cubicBezTo>
                    <a:pt x="836" y="0"/>
                    <a:pt x="836" y="0"/>
                    <a:pt x="836" y="0"/>
                  </a:cubicBezTo>
                  <a:cubicBezTo>
                    <a:pt x="883" y="0"/>
                    <a:pt x="883" y="0"/>
                    <a:pt x="883" y="0"/>
                  </a:cubicBezTo>
                  <a:cubicBezTo>
                    <a:pt x="883" y="792"/>
                    <a:pt x="883" y="792"/>
                    <a:pt x="883" y="792"/>
                  </a:cubicBezTo>
                  <a:cubicBezTo>
                    <a:pt x="879" y="792"/>
                    <a:pt x="879" y="792"/>
                    <a:pt x="879" y="792"/>
                  </a:cubicBezTo>
                  <a:cubicBezTo>
                    <a:pt x="828" y="802"/>
                    <a:pt x="790" y="847"/>
                    <a:pt x="790" y="900"/>
                  </a:cubicBezTo>
                  <a:cubicBezTo>
                    <a:pt x="790" y="912"/>
                    <a:pt x="793" y="924"/>
                    <a:pt x="797" y="936"/>
                  </a:cubicBezTo>
                  <a:cubicBezTo>
                    <a:pt x="798" y="939"/>
                    <a:pt x="798" y="939"/>
                    <a:pt x="798" y="939"/>
                  </a:cubicBezTo>
                  <a:cubicBezTo>
                    <a:pt x="795" y="941"/>
                    <a:pt x="795" y="941"/>
                    <a:pt x="795" y="941"/>
                  </a:cubicBezTo>
                  <a:lnTo>
                    <a:pt x="112" y="1335"/>
                  </a:lnTo>
                  <a:close/>
                </a:path>
              </a:pathLst>
            </a:custGeom>
            <a:solidFill>
              <a:srgbClr val="7CC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2039120" y="2912400"/>
              <a:ext cx="518886" cy="583244"/>
            </a:xfrm>
            <a:custGeom>
              <a:avLst/>
              <a:gdLst>
                <a:gd name="T0" fmla="*/ 458 w 894"/>
                <a:gd name="T1" fmla="*/ 163 h 1005"/>
                <a:gd name="T2" fmla="*/ 417 w 894"/>
                <a:gd name="T3" fmla="*/ 122 h 1005"/>
                <a:gd name="T4" fmla="*/ 458 w 894"/>
                <a:gd name="T5" fmla="*/ 81 h 1005"/>
                <a:gd name="T6" fmla="*/ 499 w 894"/>
                <a:gd name="T7" fmla="*/ 122 h 1005"/>
                <a:gd name="T8" fmla="*/ 458 w 894"/>
                <a:gd name="T9" fmla="*/ 163 h 1005"/>
                <a:gd name="T10" fmla="*/ 890 w 894"/>
                <a:gd name="T11" fmla="*/ 758 h 1005"/>
                <a:gd name="T12" fmla="*/ 803 w 894"/>
                <a:gd name="T13" fmla="*/ 637 h 1005"/>
                <a:gd name="T14" fmla="*/ 716 w 894"/>
                <a:gd name="T15" fmla="*/ 390 h 1005"/>
                <a:gd name="T16" fmla="*/ 714 w 894"/>
                <a:gd name="T17" fmla="*/ 384 h 1005"/>
                <a:gd name="T18" fmla="*/ 544 w 894"/>
                <a:gd name="T19" fmla="*/ 208 h 1005"/>
                <a:gd name="T20" fmla="*/ 580 w 894"/>
                <a:gd name="T21" fmla="*/ 122 h 1005"/>
                <a:gd name="T22" fmla="*/ 458 w 894"/>
                <a:gd name="T23" fmla="*/ 0 h 1005"/>
                <a:gd name="T24" fmla="*/ 336 w 894"/>
                <a:gd name="T25" fmla="*/ 122 h 1005"/>
                <a:gd name="T26" fmla="*/ 369 w 894"/>
                <a:gd name="T27" fmla="*/ 205 h 1005"/>
                <a:gd name="T28" fmla="*/ 185 w 894"/>
                <a:gd name="T29" fmla="*/ 380 h 1005"/>
                <a:gd name="T30" fmla="*/ 184 w 894"/>
                <a:gd name="T31" fmla="*/ 386 h 1005"/>
                <a:gd name="T32" fmla="*/ 94 w 894"/>
                <a:gd name="T33" fmla="*/ 632 h 1005"/>
                <a:gd name="T34" fmla="*/ 4 w 894"/>
                <a:gd name="T35" fmla="*/ 751 h 1005"/>
                <a:gd name="T36" fmla="*/ 39 w 894"/>
                <a:gd name="T37" fmla="*/ 819 h 1005"/>
                <a:gd name="T38" fmla="*/ 369 w 894"/>
                <a:gd name="T39" fmla="*/ 882 h 1005"/>
                <a:gd name="T40" fmla="*/ 363 w 894"/>
                <a:gd name="T41" fmla="*/ 912 h 1005"/>
                <a:gd name="T42" fmla="*/ 454 w 894"/>
                <a:gd name="T43" fmla="*/ 1004 h 1005"/>
                <a:gd name="T44" fmla="*/ 546 w 894"/>
                <a:gd name="T45" fmla="*/ 914 h 1005"/>
                <a:gd name="T46" fmla="*/ 541 w 894"/>
                <a:gd name="T47" fmla="*/ 882 h 1005"/>
                <a:gd name="T48" fmla="*/ 856 w 894"/>
                <a:gd name="T49" fmla="*/ 824 h 1005"/>
                <a:gd name="T50" fmla="*/ 890 w 894"/>
                <a:gd name="T51" fmla="*/ 758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94" h="1005">
                  <a:moveTo>
                    <a:pt x="458" y="163"/>
                  </a:moveTo>
                  <a:cubicBezTo>
                    <a:pt x="436" y="163"/>
                    <a:pt x="417" y="144"/>
                    <a:pt x="417" y="122"/>
                  </a:cubicBezTo>
                  <a:cubicBezTo>
                    <a:pt x="417" y="100"/>
                    <a:pt x="436" y="81"/>
                    <a:pt x="458" y="81"/>
                  </a:cubicBezTo>
                  <a:cubicBezTo>
                    <a:pt x="480" y="81"/>
                    <a:pt x="499" y="100"/>
                    <a:pt x="499" y="122"/>
                  </a:cubicBezTo>
                  <a:cubicBezTo>
                    <a:pt x="499" y="144"/>
                    <a:pt x="480" y="163"/>
                    <a:pt x="458" y="163"/>
                  </a:cubicBezTo>
                  <a:close/>
                  <a:moveTo>
                    <a:pt x="890" y="758"/>
                  </a:moveTo>
                  <a:cubicBezTo>
                    <a:pt x="888" y="746"/>
                    <a:pt x="876" y="686"/>
                    <a:pt x="803" y="637"/>
                  </a:cubicBezTo>
                  <a:cubicBezTo>
                    <a:pt x="797" y="632"/>
                    <a:pt x="765" y="593"/>
                    <a:pt x="716" y="390"/>
                  </a:cubicBezTo>
                  <a:lnTo>
                    <a:pt x="714" y="384"/>
                  </a:lnTo>
                  <a:cubicBezTo>
                    <a:pt x="696" y="306"/>
                    <a:pt x="660" y="233"/>
                    <a:pt x="544" y="208"/>
                  </a:cubicBezTo>
                  <a:cubicBezTo>
                    <a:pt x="566" y="186"/>
                    <a:pt x="580" y="156"/>
                    <a:pt x="580" y="122"/>
                  </a:cubicBezTo>
                  <a:cubicBezTo>
                    <a:pt x="580" y="55"/>
                    <a:pt x="525" y="0"/>
                    <a:pt x="458" y="0"/>
                  </a:cubicBezTo>
                  <a:cubicBezTo>
                    <a:pt x="391" y="0"/>
                    <a:pt x="336" y="55"/>
                    <a:pt x="336" y="122"/>
                  </a:cubicBezTo>
                  <a:cubicBezTo>
                    <a:pt x="336" y="154"/>
                    <a:pt x="349" y="183"/>
                    <a:pt x="369" y="205"/>
                  </a:cubicBezTo>
                  <a:cubicBezTo>
                    <a:pt x="243" y="227"/>
                    <a:pt x="205" y="304"/>
                    <a:pt x="185" y="380"/>
                  </a:cubicBezTo>
                  <a:lnTo>
                    <a:pt x="184" y="386"/>
                  </a:lnTo>
                  <a:cubicBezTo>
                    <a:pt x="132" y="588"/>
                    <a:pt x="99" y="627"/>
                    <a:pt x="94" y="632"/>
                  </a:cubicBezTo>
                  <a:cubicBezTo>
                    <a:pt x="19" y="680"/>
                    <a:pt x="6" y="740"/>
                    <a:pt x="4" y="751"/>
                  </a:cubicBezTo>
                  <a:cubicBezTo>
                    <a:pt x="0" y="779"/>
                    <a:pt x="14" y="806"/>
                    <a:pt x="39" y="819"/>
                  </a:cubicBezTo>
                  <a:cubicBezTo>
                    <a:pt x="44" y="821"/>
                    <a:pt x="149" y="870"/>
                    <a:pt x="369" y="882"/>
                  </a:cubicBezTo>
                  <a:cubicBezTo>
                    <a:pt x="365" y="891"/>
                    <a:pt x="363" y="901"/>
                    <a:pt x="363" y="912"/>
                  </a:cubicBezTo>
                  <a:cubicBezTo>
                    <a:pt x="363" y="963"/>
                    <a:pt x="403" y="1004"/>
                    <a:pt x="454" y="1004"/>
                  </a:cubicBezTo>
                  <a:cubicBezTo>
                    <a:pt x="504" y="1005"/>
                    <a:pt x="546" y="964"/>
                    <a:pt x="546" y="914"/>
                  </a:cubicBezTo>
                  <a:cubicBezTo>
                    <a:pt x="546" y="903"/>
                    <a:pt x="544" y="892"/>
                    <a:pt x="541" y="882"/>
                  </a:cubicBezTo>
                  <a:cubicBezTo>
                    <a:pt x="752" y="873"/>
                    <a:pt x="845" y="829"/>
                    <a:pt x="856" y="824"/>
                  </a:cubicBezTo>
                  <a:cubicBezTo>
                    <a:pt x="880" y="811"/>
                    <a:pt x="894" y="785"/>
                    <a:pt x="890" y="7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" name="Group 48出自【趣你的PPT】(微信:qunideppt)：最优质的PPT资源库"/>
          <p:cNvGrpSpPr/>
          <p:nvPr/>
        </p:nvGrpSpPr>
        <p:grpSpPr>
          <a:xfrm>
            <a:off x="2841326" y="2047622"/>
            <a:ext cx="1719244" cy="2598985"/>
            <a:chOff x="3354889" y="1601386"/>
            <a:chExt cx="2073637" cy="3134721"/>
          </a:xfrm>
          <a:solidFill>
            <a:srgbClr val="FBA41F"/>
          </a:solidFill>
        </p:grpSpPr>
        <p:sp>
          <p:nvSpPr>
            <p:cNvPr id="5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3354889" y="1601386"/>
              <a:ext cx="2073637" cy="3134721"/>
            </a:xfrm>
            <a:custGeom>
              <a:avLst/>
              <a:gdLst>
                <a:gd name="T0" fmla="*/ 771 w 883"/>
                <a:gd name="T1" fmla="*/ 1335 h 1335"/>
                <a:gd name="T2" fmla="*/ 85 w 883"/>
                <a:gd name="T3" fmla="*/ 939 h 1335"/>
                <a:gd name="T4" fmla="*/ 86 w 883"/>
                <a:gd name="T5" fmla="*/ 936 h 1335"/>
                <a:gd name="T6" fmla="*/ 92 w 883"/>
                <a:gd name="T7" fmla="*/ 900 h 1335"/>
                <a:gd name="T8" fmla="*/ 3 w 883"/>
                <a:gd name="T9" fmla="*/ 792 h 1335"/>
                <a:gd name="T10" fmla="*/ 0 w 883"/>
                <a:gd name="T11" fmla="*/ 792 h 1335"/>
                <a:gd name="T12" fmla="*/ 0 w 883"/>
                <a:gd name="T13" fmla="*/ 0 h 1335"/>
                <a:gd name="T14" fmla="*/ 46 w 883"/>
                <a:gd name="T15" fmla="*/ 0 h 1335"/>
                <a:gd name="T16" fmla="*/ 62 w 883"/>
                <a:gd name="T17" fmla="*/ 106 h 1335"/>
                <a:gd name="T18" fmla="*/ 312 w 883"/>
                <a:gd name="T19" fmla="*/ 173 h 1335"/>
                <a:gd name="T20" fmla="*/ 378 w 883"/>
                <a:gd name="T21" fmla="*/ 89 h 1335"/>
                <a:gd name="T22" fmla="*/ 488 w 883"/>
                <a:gd name="T23" fmla="*/ 152 h 1335"/>
                <a:gd name="T24" fmla="*/ 448 w 883"/>
                <a:gd name="T25" fmla="*/ 252 h 1335"/>
                <a:gd name="T26" fmla="*/ 631 w 883"/>
                <a:gd name="T27" fmla="*/ 435 h 1335"/>
                <a:gd name="T28" fmla="*/ 730 w 883"/>
                <a:gd name="T29" fmla="*/ 395 h 1335"/>
                <a:gd name="T30" fmla="*/ 794 w 883"/>
                <a:gd name="T31" fmla="*/ 505 h 1335"/>
                <a:gd name="T32" fmla="*/ 710 w 883"/>
                <a:gd name="T33" fmla="*/ 571 h 1335"/>
                <a:gd name="T34" fmla="*/ 777 w 883"/>
                <a:gd name="T35" fmla="*/ 821 h 1335"/>
                <a:gd name="T36" fmla="*/ 883 w 883"/>
                <a:gd name="T37" fmla="*/ 836 h 1335"/>
                <a:gd name="T38" fmla="*/ 883 w 883"/>
                <a:gd name="T39" fmla="*/ 963 h 1335"/>
                <a:gd name="T40" fmla="*/ 777 w 883"/>
                <a:gd name="T41" fmla="*/ 979 h 1335"/>
                <a:gd name="T42" fmla="*/ 710 w 883"/>
                <a:gd name="T43" fmla="*/ 1229 h 1335"/>
                <a:gd name="T44" fmla="*/ 794 w 883"/>
                <a:gd name="T45" fmla="*/ 1295 h 1335"/>
                <a:gd name="T46" fmla="*/ 771 w 883"/>
                <a:gd name="T47" fmla="*/ 1335 h 1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83" h="1335">
                  <a:moveTo>
                    <a:pt x="771" y="1335"/>
                  </a:moveTo>
                  <a:cubicBezTo>
                    <a:pt x="85" y="939"/>
                    <a:pt x="85" y="939"/>
                    <a:pt x="85" y="939"/>
                  </a:cubicBezTo>
                  <a:cubicBezTo>
                    <a:pt x="86" y="936"/>
                    <a:pt x="86" y="936"/>
                    <a:pt x="86" y="936"/>
                  </a:cubicBezTo>
                  <a:cubicBezTo>
                    <a:pt x="90" y="924"/>
                    <a:pt x="92" y="912"/>
                    <a:pt x="92" y="900"/>
                  </a:cubicBezTo>
                  <a:cubicBezTo>
                    <a:pt x="92" y="847"/>
                    <a:pt x="55" y="802"/>
                    <a:pt x="3" y="792"/>
                  </a:cubicBezTo>
                  <a:cubicBezTo>
                    <a:pt x="0" y="792"/>
                    <a:pt x="0" y="792"/>
                    <a:pt x="0" y="7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62" y="106"/>
                    <a:pt x="62" y="106"/>
                    <a:pt x="62" y="106"/>
                  </a:cubicBezTo>
                  <a:cubicBezTo>
                    <a:pt x="148" y="115"/>
                    <a:pt x="232" y="137"/>
                    <a:pt x="312" y="173"/>
                  </a:cubicBezTo>
                  <a:cubicBezTo>
                    <a:pt x="378" y="89"/>
                    <a:pt x="378" y="89"/>
                    <a:pt x="378" y="89"/>
                  </a:cubicBezTo>
                  <a:cubicBezTo>
                    <a:pt x="488" y="152"/>
                    <a:pt x="488" y="152"/>
                    <a:pt x="488" y="152"/>
                  </a:cubicBezTo>
                  <a:cubicBezTo>
                    <a:pt x="448" y="252"/>
                    <a:pt x="448" y="252"/>
                    <a:pt x="448" y="252"/>
                  </a:cubicBezTo>
                  <a:cubicBezTo>
                    <a:pt x="519" y="303"/>
                    <a:pt x="580" y="364"/>
                    <a:pt x="631" y="435"/>
                  </a:cubicBezTo>
                  <a:cubicBezTo>
                    <a:pt x="730" y="395"/>
                    <a:pt x="730" y="395"/>
                    <a:pt x="730" y="395"/>
                  </a:cubicBezTo>
                  <a:cubicBezTo>
                    <a:pt x="794" y="505"/>
                    <a:pt x="794" y="505"/>
                    <a:pt x="794" y="505"/>
                  </a:cubicBezTo>
                  <a:cubicBezTo>
                    <a:pt x="710" y="571"/>
                    <a:pt x="710" y="571"/>
                    <a:pt x="710" y="571"/>
                  </a:cubicBezTo>
                  <a:cubicBezTo>
                    <a:pt x="746" y="650"/>
                    <a:pt x="768" y="734"/>
                    <a:pt x="777" y="821"/>
                  </a:cubicBezTo>
                  <a:cubicBezTo>
                    <a:pt x="883" y="836"/>
                    <a:pt x="883" y="836"/>
                    <a:pt x="883" y="836"/>
                  </a:cubicBezTo>
                  <a:cubicBezTo>
                    <a:pt x="883" y="963"/>
                    <a:pt x="883" y="963"/>
                    <a:pt x="883" y="963"/>
                  </a:cubicBezTo>
                  <a:cubicBezTo>
                    <a:pt x="777" y="979"/>
                    <a:pt x="777" y="979"/>
                    <a:pt x="777" y="979"/>
                  </a:cubicBezTo>
                  <a:cubicBezTo>
                    <a:pt x="768" y="1065"/>
                    <a:pt x="746" y="1149"/>
                    <a:pt x="710" y="1229"/>
                  </a:cubicBezTo>
                  <a:cubicBezTo>
                    <a:pt x="794" y="1295"/>
                    <a:pt x="794" y="1295"/>
                    <a:pt x="794" y="1295"/>
                  </a:cubicBezTo>
                  <a:lnTo>
                    <a:pt x="771" y="1335"/>
                  </a:lnTo>
                  <a:close/>
                </a:path>
              </a:pathLst>
            </a:custGeom>
            <a:solidFill>
              <a:srgbClr val="F472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51" name="出自【趣你的PPT】(微信:qunideppt)：最优质的PPT资源库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01477" y="2916474"/>
              <a:ext cx="792549" cy="579170"/>
            </a:xfrm>
            <a:prstGeom prst="rect">
              <a:avLst/>
            </a:prstGeom>
            <a:noFill/>
          </p:spPr>
        </p:pic>
      </p:grpSp>
      <p:sp>
        <p:nvSpPr>
          <p:cNvPr id="52" name="出自【趣你的PPT】(微信:qunideppt)：最优质的PPT资源库"/>
          <p:cNvSpPr/>
          <p:nvPr/>
        </p:nvSpPr>
        <p:spPr>
          <a:xfrm>
            <a:off x="5400199" y="2444943"/>
            <a:ext cx="648182" cy="648182"/>
          </a:xfrm>
          <a:prstGeom prst="rect">
            <a:avLst/>
          </a:prstGeom>
          <a:solidFill>
            <a:srgbClr val="F472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出自【趣你的PPT】(微信:qunideppt)：最优质的PPT资源库"/>
          <p:cNvSpPr txBox="1"/>
          <p:nvPr/>
        </p:nvSpPr>
        <p:spPr>
          <a:xfrm>
            <a:off x="5348112" y="2488221"/>
            <a:ext cx="706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32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出自【趣你的PPT】(微信:qunideppt)：最优质的PPT资源库"/>
          <p:cNvSpPr txBox="1">
            <a:spLocks/>
          </p:cNvSpPr>
          <p:nvPr/>
        </p:nvSpPr>
        <p:spPr>
          <a:xfrm>
            <a:off x="6100468" y="2439580"/>
            <a:ext cx="5422738" cy="653546"/>
          </a:xfrm>
          <a:prstGeom prst="rect">
            <a:avLst/>
          </a:prstGeom>
        </p:spPr>
        <p:txBody>
          <a:bodyPr vert="horz" lIns="121682" tIns="60841" rIns="121682" bIns="6084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提前找好队友（</a:t>
            </a:r>
            <a:r>
              <a:rPr lang="en-US" altLang="zh-CN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人，至少</a:t>
            </a:r>
            <a:r>
              <a:rPr lang="en-US" altLang="zh-CN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人，至多</a:t>
            </a:r>
            <a:r>
              <a:rPr lang="en-US" altLang="zh-CN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人，不建议搭便车）</a:t>
            </a:r>
          </a:p>
        </p:txBody>
      </p:sp>
      <p:sp>
        <p:nvSpPr>
          <p:cNvPr id="55" name="出自【趣你的PPT】(微信:qunideppt)：最优质的PPT资源库"/>
          <p:cNvSpPr/>
          <p:nvPr/>
        </p:nvSpPr>
        <p:spPr>
          <a:xfrm>
            <a:off x="5348112" y="3493989"/>
            <a:ext cx="648182" cy="648182"/>
          </a:xfrm>
          <a:prstGeom prst="rect">
            <a:avLst/>
          </a:prstGeom>
          <a:solidFill>
            <a:srgbClr val="F8D3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出自【趣你的PPT】(微信:qunideppt)：最优质的PPT资源库"/>
          <p:cNvSpPr txBox="1"/>
          <p:nvPr/>
        </p:nvSpPr>
        <p:spPr>
          <a:xfrm>
            <a:off x="5296025" y="3537267"/>
            <a:ext cx="706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32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出自【趣你的PPT】(微信:qunideppt)：最优质的PPT资源库"/>
          <p:cNvSpPr txBox="1">
            <a:spLocks/>
          </p:cNvSpPr>
          <p:nvPr/>
        </p:nvSpPr>
        <p:spPr>
          <a:xfrm>
            <a:off x="6048381" y="3488626"/>
            <a:ext cx="5422738" cy="653546"/>
          </a:xfrm>
          <a:prstGeom prst="rect">
            <a:avLst/>
          </a:prstGeom>
        </p:spPr>
        <p:txBody>
          <a:bodyPr vert="horz" lIns="121682" tIns="60841" rIns="121682" bIns="6084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提前规划项目、时间，做好功能测试验证 </a:t>
            </a:r>
          </a:p>
        </p:txBody>
      </p:sp>
      <p:sp>
        <p:nvSpPr>
          <p:cNvPr id="58" name="出自【趣你的PPT】(微信:qunideppt)：最优质的PPT资源库"/>
          <p:cNvSpPr/>
          <p:nvPr/>
        </p:nvSpPr>
        <p:spPr>
          <a:xfrm>
            <a:off x="5400199" y="4537671"/>
            <a:ext cx="648182" cy="648182"/>
          </a:xfrm>
          <a:prstGeom prst="rect">
            <a:avLst/>
          </a:prstGeom>
          <a:solidFill>
            <a:srgbClr val="7CC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出自【趣你的PPT】(微信:qunideppt)：最优质的PPT资源库"/>
          <p:cNvSpPr txBox="1"/>
          <p:nvPr/>
        </p:nvSpPr>
        <p:spPr>
          <a:xfrm>
            <a:off x="5348112" y="4580949"/>
            <a:ext cx="706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endParaRPr lang="zh-CN" altLang="en-US" sz="32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出自【趣你的PPT】(微信:qunideppt)：最优质的PPT资源库"/>
          <p:cNvSpPr txBox="1">
            <a:spLocks/>
          </p:cNvSpPr>
          <p:nvPr/>
        </p:nvSpPr>
        <p:spPr>
          <a:xfrm>
            <a:off x="6100468" y="4532308"/>
            <a:ext cx="5422738" cy="653546"/>
          </a:xfrm>
          <a:prstGeom prst="rect">
            <a:avLst/>
          </a:prstGeom>
        </p:spPr>
        <p:txBody>
          <a:bodyPr vert="horz" lIns="121682" tIns="60841" rIns="121682" bIns="6084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记录一下开发过程中的问题和思考</a:t>
            </a:r>
          </a:p>
        </p:txBody>
      </p:sp>
    </p:spTree>
    <p:extLst>
      <p:ext uri="{BB962C8B-B14F-4D97-AF65-F5344CB8AC3E}">
        <p14:creationId xmlns:p14="http://schemas.microsoft.com/office/powerpoint/2010/main" val="3962600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出自【趣你的PPT】(微信:qunideppt)：最优质的PPT资源库"/>
          <p:cNvGrpSpPr/>
          <p:nvPr/>
        </p:nvGrpSpPr>
        <p:grpSpPr>
          <a:xfrm>
            <a:off x="0" y="292608"/>
            <a:ext cx="12190828" cy="548640"/>
            <a:chOff x="0" y="292608"/>
            <a:chExt cx="12190828" cy="548640"/>
          </a:xfrm>
        </p:grpSpPr>
        <p:sp>
          <p:nvSpPr>
            <p:cNvPr id="43" name="出自【趣你的PPT】(微信:qunideppt)：最优质的PPT资源库"/>
            <p:cNvSpPr/>
            <p:nvPr/>
          </p:nvSpPr>
          <p:spPr>
            <a:xfrm>
              <a:off x="0" y="292608"/>
              <a:ext cx="3118104" cy="548640"/>
            </a:xfrm>
            <a:custGeom>
              <a:avLst/>
              <a:gdLst>
                <a:gd name="connsiteX0" fmla="*/ 0 w 3118104"/>
                <a:gd name="connsiteY0" fmla="*/ 0 h 539496"/>
                <a:gd name="connsiteX1" fmla="*/ 3118104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0 h 539496"/>
                <a:gd name="connsiteX1" fmla="*/ 2871216 w 3118104"/>
                <a:gd name="connsiteY1" fmla="*/ 0 h 539496"/>
                <a:gd name="connsiteX2" fmla="*/ 3118104 w 3118104"/>
                <a:gd name="connsiteY2" fmla="*/ 539496 h 539496"/>
                <a:gd name="connsiteX3" fmla="*/ 0 w 3118104"/>
                <a:gd name="connsiteY3" fmla="*/ 539496 h 539496"/>
                <a:gd name="connsiteX4" fmla="*/ 0 w 3118104"/>
                <a:gd name="connsiteY4" fmla="*/ 0 h 539496"/>
                <a:gd name="connsiteX0" fmla="*/ 0 w 3118104"/>
                <a:gd name="connsiteY0" fmla="*/ 9144 h 548640"/>
                <a:gd name="connsiteX1" fmla="*/ 2679192 w 3118104"/>
                <a:gd name="connsiteY1" fmla="*/ 0 h 548640"/>
                <a:gd name="connsiteX2" fmla="*/ 3118104 w 3118104"/>
                <a:gd name="connsiteY2" fmla="*/ 548640 h 548640"/>
                <a:gd name="connsiteX3" fmla="*/ 0 w 3118104"/>
                <a:gd name="connsiteY3" fmla="*/ 548640 h 548640"/>
                <a:gd name="connsiteX4" fmla="*/ 0 w 3118104"/>
                <a:gd name="connsiteY4" fmla="*/ 9144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104" h="548640">
                  <a:moveTo>
                    <a:pt x="0" y="9144"/>
                  </a:moveTo>
                  <a:lnTo>
                    <a:pt x="2679192" y="0"/>
                  </a:lnTo>
                  <a:lnTo>
                    <a:pt x="3118104" y="548640"/>
                  </a:lnTo>
                  <a:lnTo>
                    <a:pt x="0" y="548640"/>
                  </a:lnTo>
                  <a:lnTo>
                    <a:pt x="0" y="9144"/>
                  </a:lnTo>
                  <a:close/>
                </a:path>
              </a:pathLst>
            </a:custGeom>
            <a:solidFill>
              <a:srgbClr val="5DA2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45" name="出自【趣你的PPT】(微信:qunideppt)：最优质的PPT资源库"/>
            <p:cNvCxnSpPr/>
            <p:nvPr/>
          </p:nvCxnSpPr>
          <p:spPr>
            <a:xfrm>
              <a:off x="3108960" y="832104"/>
              <a:ext cx="908186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出自【趣你的PPT】(微信:qunideppt)：最优质的PPT资源库"/>
          <p:cNvSpPr txBox="1"/>
          <p:nvPr/>
        </p:nvSpPr>
        <p:spPr>
          <a:xfrm>
            <a:off x="292608" y="366873"/>
            <a:ext cx="2359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软件项目开发</a:t>
            </a:r>
          </a:p>
        </p:txBody>
      </p:sp>
      <p:sp>
        <p:nvSpPr>
          <p:cNvPr id="40" name="出自【趣你的PPT】(微信:qunideppt)：最优质的PPT资源库"/>
          <p:cNvSpPr>
            <a:spLocks/>
          </p:cNvSpPr>
          <p:nvPr/>
        </p:nvSpPr>
        <p:spPr bwMode="auto">
          <a:xfrm>
            <a:off x="1252712" y="3965062"/>
            <a:ext cx="3002424" cy="1618113"/>
          </a:xfrm>
          <a:custGeom>
            <a:avLst/>
            <a:gdLst>
              <a:gd name="T0" fmla="*/ 834 w 1542"/>
              <a:gd name="T1" fmla="*/ 831 h 831"/>
              <a:gd name="T2" fmla="*/ 708 w 1542"/>
              <a:gd name="T3" fmla="*/ 831 h 831"/>
              <a:gd name="T4" fmla="*/ 692 w 1542"/>
              <a:gd name="T5" fmla="*/ 725 h 831"/>
              <a:gd name="T6" fmla="*/ 442 w 1542"/>
              <a:gd name="T7" fmla="*/ 658 h 831"/>
              <a:gd name="T8" fmla="*/ 376 w 1542"/>
              <a:gd name="T9" fmla="*/ 742 h 831"/>
              <a:gd name="T10" fmla="*/ 266 w 1542"/>
              <a:gd name="T11" fmla="*/ 679 h 831"/>
              <a:gd name="T12" fmla="*/ 306 w 1542"/>
              <a:gd name="T13" fmla="*/ 579 h 831"/>
              <a:gd name="T14" fmla="*/ 123 w 1542"/>
              <a:gd name="T15" fmla="*/ 396 h 831"/>
              <a:gd name="T16" fmla="*/ 23 w 1542"/>
              <a:gd name="T17" fmla="*/ 436 h 831"/>
              <a:gd name="T18" fmla="*/ 0 w 1542"/>
              <a:gd name="T19" fmla="*/ 396 h 831"/>
              <a:gd name="T20" fmla="*/ 686 w 1542"/>
              <a:gd name="T21" fmla="*/ 0 h 831"/>
              <a:gd name="T22" fmla="*/ 688 w 1542"/>
              <a:gd name="T23" fmla="*/ 2 h 831"/>
              <a:gd name="T24" fmla="*/ 771 w 1542"/>
              <a:gd name="T25" fmla="*/ 40 h 831"/>
              <a:gd name="T26" fmla="*/ 854 w 1542"/>
              <a:gd name="T27" fmla="*/ 2 h 831"/>
              <a:gd name="T28" fmla="*/ 856 w 1542"/>
              <a:gd name="T29" fmla="*/ 0 h 831"/>
              <a:gd name="T30" fmla="*/ 859 w 1542"/>
              <a:gd name="T31" fmla="*/ 2 h 831"/>
              <a:gd name="T32" fmla="*/ 1542 w 1542"/>
              <a:gd name="T33" fmla="*/ 396 h 831"/>
              <a:gd name="T34" fmla="*/ 1519 w 1542"/>
              <a:gd name="T35" fmla="*/ 436 h 831"/>
              <a:gd name="T36" fmla="*/ 1419 w 1542"/>
              <a:gd name="T37" fmla="*/ 396 h 831"/>
              <a:gd name="T38" fmla="*/ 1236 w 1542"/>
              <a:gd name="T39" fmla="*/ 579 h 831"/>
              <a:gd name="T40" fmla="*/ 1276 w 1542"/>
              <a:gd name="T41" fmla="*/ 679 h 831"/>
              <a:gd name="T42" fmla="*/ 1166 w 1542"/>
              <a:gd name="T43" fmla="*/ 742 h 831"/>
              <a:gd name="T44" fmla="*/ 1100 w 1542"/>
              <a:gd name="T45" fmla="*/ 658 h 831"/>
              <a:gd name="T46" fmla="*/ 850 w 1542"/>
              <a:gd name="T47" fmla="*/ 725 h 831"/>
              <a:gd name="T48" fmla="*/ 834 w 1542"/>
              <a:gd name="T49" fmla="*/ 831 h 8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542" h="831">
                <a:moveTo>
                  <a:pt x="834" y="831"/>
                </a:moveTo>
                <a:cubicBezTo>
                  <a:pt x="708" y="831"/>
                  <a:pt x="708" y="831"/>
                  <a:pt x="708" y="831"/>
                </a:cubicBezTo>
                <a:cubicBezTo>
                  <a:pt x="692" y="725"/>
                  <a:pt x="692" y="725"/>
                  <a:pt x="692" y="725"/>
                </a:cubicBezTo>
                <a:cubicBezTo>
                  <a:pt x="605" y="716"/>
                  <a:pt x="521" y="694"/>
                  <a:pt x="442" y="658"/>
                </a:cubicBezTo>
                <a:cubicBezTo>
                  <a:pt x="376" y="742"/>
                  <a:pt x="376" y="742"/>
                  <a:pt x="376" y="742"/>
                </a:cubicBezTo>
                <a:cubicBezTo>
                  <a:pt x="266" y="679"/>
                  <a:pt x="266" y="679"/>
                  <a:pt x="266" y="679"/>
                </a:cubicBezTo>
                <a:cubicBezTo>
                  <a:pt x="306" y="579"/>
                  <a:pt x="306" y="579"/>
                  <a:pt x="306" y="579"/>
                </a:cubicBezTo>
                <a:cubicBezTo>
                  <a:pt x="235" y="528"/>
                  <a:pt x="174" y="467"/>
                  <a:pt x="123" y="396"/>
                </a:cubicBezTo>
                <a:cubicBezTo>
                  <a:pt x="23" y="436"/>
                  <a:pt x="23" y="436"/>
                  <a:pt x="23" y="436"/>
                </a:cubicBezTo>
                <a:cubicBezTo>
                  <a:pt x="0" y="396"/>
                  <a:pt x="0" y="396"/>
                  <a:pt x="0" y="396"/>
                </a:cubicBezTo>
                <a:cubicBezTo>
                  <a:pt x="686" y="0"/>
                  <a:pt x="686" y="0"/>
                  <a:pt x="686" y="0"/>
                </a:cubicBezTo>
                <a:cubicBezTo>
                  <a:pt x="688" y="2"/>
                  <a:pt x="688" y="2"/>
                  <a:pt x="688" y="2"/>
                </a:cubicBezTo>
                <a:cubicBezTo>
                  <a:pt x="709" y="27"/>
                  <a:pt x="739" y="40"/>
                  <a:pt x="771" y="40"/>
                </a:cubicBezTo>
                <a:cubicBezTo>
                  <a:pt x="803" y="40"/>
                  <a:pt x="833" y="27"/>
                  <a:pt x="854" y="2"/>
                </a:cubicBezTo>
                <a:cubicBezTo>
                  <a:pt x="856" y="0"/>
                  <a:pt x="856" y="0"/>
                  <a:pt x="856" y="0"/>
                </a:cubicBezTo>
                <a:cubicBezTo>
                  <a:pt x="859" y="2"/>
                  <a:pt x="859" y="2"/>
                  <a:pt x="859" y="2"/>
                </a:cubicBezTo>
                <a:cubicBezTo>
                  <a:pt x="1542" y="396"/>
                  <a:pt x="1542" y="396"/>
                  <a:pt x="1542" y="396"/>
                </a:cubicBezTo>
                <a:cubicBezTo>
                  <a:pt x="1519" y="436"/>
                  <a:pt x="1519" y="436"/>
                  <a:pt x="1519" y="436"/>
                </a:cubicBezTo>
                <a:cubicBezTo>
                  <a:pt x="1419" y="396"/>
                  <a:pt x="1419" y="396"/>
                  <a:pt x="1419" y="396"/>
                </a:cubicBezTo>
                <a:cubicBezTo>
                  <a:pt x="1368" y="467"/>
                  <a:pt x="1307" y="528"/>
                  <a:pt x="1236" y="579"/>
                </a:cubicBezTo>
                <a:cubicBezTo>
                  <a:pt x="1276" y="679"/>
                  <a:pt x="1276" y="679"/>
                  <a:pt x="1276" y="679"/>
                </a:cubicBezTo>
                <a:cubicBezTo>
                  <a:pt x="1166" y="742"/>
                  <a:pt x="1166" y="742"/>
                  <a:pt x="1166" y="742"/>
                </a:cubicBezTo>
                <a:cubicBezTo>
                  <a:pt x="1100" y="658"/>
                  <a:pt x="1100" y="658"/>
                  <a:pt x="1100" y="658"/>
                </a:cubicBezTo>
                <a:cubicBezTo>
                  <a:pt x="1021" y="694"/>
                  <a:pt x="937" y="716"/>
                  <a:pt x="850" y="725"/>
                </a:cubicBezTo>
                <a:lnTo>
                  <a:pt x="834" y="831"/>
                </a:lnTo>
                <a:close/>
              </a:path>
            </a:pathLst>
          </a:custGeom>
          <a:solidFill>
            <a:srgbClr val="F8D3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出自【趣你的PPT】(微信:qunideppt)：最优质的PPT资源库"/>
          <p:cNvSpPr>
            <a:spLocks noEditPoints="1"/>
          </p:cNvSpPr>
          <p:nvPr/>
        </p:nvSpPr>
        <p:spPr bwMode="auto">
          <a:xfrm>
            <a:off x="2560700" y="4507554"/>
            <a:ext cx="386447" cy="524836"/>
          </a:xfrm>
          <a:custGeom>
            <a:avLst/>
            <a:gdLst>
              <a:gd name="T0" fmla="*/ 162 w 802"/>
              <a:gd name="T1" fmla="*/ 406 h 1092"/>
              <a:gd name="T2" fmla="*/ 246 w 802"/>
              <a:gd name="T3" fmla="*/ 605 h 1092"/>
              <a:gd name="T4" fmla="*/ 315 w 802"/>
              <a:gd name="T5" fmla="*/ 764 h 1092"/>
              <a:gd name="T6" fmla="*/ 470 w 802"/>
              <a:gd name="T7" fmla="*/ 769 h 1092"/>
              <a:gd name="T8" fmla="*/ 504 w 802"/>
              <a:gd name="T9" fmla="*/ 705 h 1092"/>
              <a:gd name="T10" fmla="*/ 590 w 802"/>
              <a:gd name="T11" fmla="*/ 545 h 1092"/>
              <a:gd name="T12" fmla="*/ 401 w 802"/>
              <a:gd name="T13" fmla="*/ 167 h 1092"/>
              <a:gd name="T14" fmla="*/ 332 w 802"/>
              <a:gd name="T15" fmla="*/ 819 h 1092"/>
              <a:gd name="T16" fmla="*/ 253 w 802"/>
              <a:gd name="T17" fmla="*/ 728 h 1092"/>
              <a:gd name="T18" fmla="*/ 170 w 802"/>
              <a:gd name="T19" fmla="*/ 573 h 1092"/>
              <a:gd name="T20" fmla="*/ 401 w 802"/>
              <a:gd name="T21" fmla="*/ 117 h 1092"/>
              <a:gd name="T22" fmla="*/ 632 w 802"/>
              <a:gd name="T23" fmla="*/ 573 h 1092"/>
              <a:gd name="T24" fmla="*/ 548 w 802"/>
              <a:gd name="T25" fmla="*/ 728 h 1092"/>
              <a:gd name="T26" fmla="*/ 470 w 802"/>
              <a:gd name="T27" fmla="*/ 819 h 1092"/>
              <a:gd name="T28" fmla="*/ 287 w 802"/>
              <a:gd name="T29" fmla="*/ 979 h 1092"/>
              <a:gd name="T30" fmla="*/ 481 w 802"/>
              <a:gd name="T31" fmla="*/ 1016 h 1092"/>
              <a:gd name="T32" fmla="*/ 481 w 802"/>
              <a:gd name="T33" fmla="*/ 942 h 1092"/>
              <a:gd name="T34" fmla="*/ 310 w 802"/>
              <a:gd name="T35" fmla="*/ 1002 h 1092"/>
              <a:gd name="T36" fmla="*/ 496 w 802"/>
              <a:gd name="T37" fmla="*/ 1002 h 1092"/>
              <a:gd name="T38" fmla="*/ 519 w 802"/>
              <a:gd name="T39" fmla="*/ 979 h 1092"/>
              <a:gd name="T40" fmla="*/ 287 w 802"/>
              <a:gd name="T41" fmla="*/ 862 h 1092"/>
              <a:gd name="T42" fmla="*/ 519 w 802"/>
              <a:gd name="T43" fmla="*/ 979 h 1092"/>
              <a:gd name="T44" fmla="*/ 517 w 802"/>
              <a:gd name="T45" fmla="*/ 456 h 1092"/>
              <a:gd name="T46" fmla="*/ 439 w 802"/>
              <a:gd name="T47" fmla="*/ 535 h 1092"/>
              <a:gd name="T48" fmla="*/ 363 w 802"/>
              <a:gd name="T49" fmla="*/ 535 h 1092"/>
              <a:gd name="T50" fmla="*/ 284 w 802"/>
              <a:gd name="T51" fmla="*/ 456 h 1092"/>
              <a:gd name="T52" fmla="*/ 284 w 802"/>
              <a:gd name="T53" fmla="*/ 380 h 1092"/>
              <a:gd name="T54" fmla="*/ 363 w 802"/>
              <a:gd name="T55" fmla="*/ 302 h 1092"/>
              <a:gd name="T56" fmla="*/ 439 w 802"/>
              <a:gd name="T57" fmla="*/ 302 h 1092"/>
              <a:gd name="T58" fmla="*/ 517 w 802"/>
              <a:gd name="T59" fmla="*/ 380 h 1092"/>
              <a:gd name="T60" fmla="*/ 770 w 802"/>
              <a:gd name="T61" fmla="*/ 369 h 1092"/>
              <a:gd name="T62" fmla="*/ 729 w 802"/>
              <a:gd name="T63" fmla="*/ 406 h 1092"/>
              <a:gd name="T64" fmla="*/ 770 w 802"/>
              <a:gd name="T65" fmla="*/ 429 h 1092"/>
              <a:gd name="T66" fmla="*/ 770 w 802"/>
              <a:gd name="T67" fmla="*/ 369 h 1092"/>
              <a:gd name="T68" fmla="*/ 682 w 802"/>
              <a:gd name="T69" fmla="*/ 162 h 1092"/>
              <a:gd name="T70" fmla="*/ 640 w 802"/>
              <a:gd name="T71" fmla="*/ 119 h 1092"/>
              <a:gd name="T72" fmla="*/ 651 w 802"/>
              <a:gd name="T73" fmla="*/ 193 h 1092"/>
              <a:gd name="T74" fmla="*/ 430 w 802"/>
              <a:gd name="T75" fmla="*/ 78 h 1092"/>
              <a:gd name="T76" fmla="*/ 400 w 802"/>
              <a:gd name="T77" fmla="*/ 0 h 1092"/>
              <a:gd name="T78" fmla="*/ 370 w 802"/>
              <a:gd name="T79" fmla="*/ 78 h 1092"/>
              <a:gd name="T80" fmla="*/ 147 w 802"/>
              <a:gd name="T81" fmla="*/ 196 h 1092"/>
              <a:gd name="T82" fmla="*/ 160 w 802"/>
              <a:gd name="T83" fmla="*/ 124 h 1092"/>
              <a:gd name="T84" fmla="*/ 118 w 802"/>
              <a:gd name="T85" fmla="*/ 167 h 1092"/>
              <a:gd name="T86" fmla="*/ 72 w 802"/>
              <a:gd name="T87" fmla="*/ 406 h 1092"/>
              <a:gd name="T88" fmla="*/ 31 w 802"/>
              <a:gd name="T89" fmla="*/ 369 h 1092"/>
              <a:gd name="T90" fmla="*/ 31 w 802"/>
              <a:gd name="T91" fmla="*/ 429 h 1092"/>
              <a:gd name="T92" fmla="*/ 72 w 802"/>
              <a:gd name="T93" fmla="*/ 406 h 1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02" h="1092">
                <a:moveTo>
                  <a:pt x="401" y="167"/>
                </a:moveTo>
                <a:cubicBezTo>
                  <a:pt x="269" y="167"/>
                  <a:pt x="162" y="274"/>
                  <a:pt x="162" y="406"/>
                </a:cubicBezTo>
                <a:cubicBezTo>
                  <a:pt x="162" y="469"/>
                  <a:pt x="211" y="545"/>
                  <a:pt x="212" y="545"/>
                </a:cubicBezTo>
                <a:cubicBezTo>
                  <a:pt x="222" y="561"/>
                  <a:pt x="238" y="587"/>
                  <a:pt x="246" y="605"/>
                </a:cubicBezTo>
                <a:lnTo>
                  <a:pt x="298" y="705"/>
                </a:lnTo>
                <a:cubicBezTo>
                  <a:pt x="308" y="724"/>
                  <a:pt x="315" y="749"/>
                  <a:pt x="315" y="764"/>
                </a:cubicBezTo>
                <a:cubicBezTo>
                  <a:pt x="316" y="764"/>
                  <a:pt x="321" y="769"/>
                  <a:pt x="332" y="769"/>
                </a:cubicBezTo>
                <a:lnTo>
                  <a:pt x="470" y="769"/>
                </a:lnTo>
                <a:cubicBezTo>
                  <a:pt x="480" y="769"/>
                  <a:pt x="486" y="764"/>
                  <a:pt x="487" y="763"/>
                </a:cubicBezTo>
                <a:cubicBezTo>
                  <a:pt x="487" y="749"/>
                  <a:pt x="494" y="724"/>
                  <a:pt x="504" y="705"/>
                </a:cubicBezTo>
                <a:lnTo>
                  <a:pt x="555" y="605"/>
                </a:lnTo>
                <a:cubicBezTo>
                  <a:pt x="564" y="588"/>
                  <a:pt x="579" y="561"/>
                  <a:pt x="590" y="545"/>
                </a:cubicBezTo>
                <a:cubicBezTo>
                  <a:pt x="607" y="519"/>
                  <a:pt x="640" y="456"/>
                  <a:pt x="640" y="406"/>
                </a:cubicBezTo>
                <a:cubicBezTo>
                  <a:pt x="640" y="274"/>
                  <a:pt x="533" y="167"/>
                  <a:pt x="401" y="167"/>
                </a:cubicBezTo>
                <a:close/>
                <a:moveTo>
                  <a:pt x="470" y="819"/>
                </a:moveTo>
                <a:lnTo>
                  <a:pt x="332" y="819"/>
                </a:lnTo>
                <a:cubicBezTo>
                  <a:pt x="294" y="819"/>
                  <a:pt x="265" y="795"/>
                  <a:pt x="265" y="764"/>
                </a:cubicBezTo>
                <a:cubicBezTo>
                  <a:pt x="265" y="760"/>
                  <a:pt x="261" y="743"/>
                  <a:pt x="253" y="728"/>
                </a:cubicBezTo>
                <a:lnTo>
                  <a:pt x="202" y="628"/>
                </a:lnTo>
                <a:cubicBezTo>
                  <a:pt x="194" y="612"/>
                  <a:pt x="180" y="587"/>
                  <a:pt x="170" y="573"/>
                </a:cubicBezTo>
                <a:cubicBezTo>
                  <a:pt x="164" y="564"/>
                  <a:pt x="112" y="482"/>
                  <a:pt x="112" y="406"/>
                </a:cubicBezTo>
                <a:cubicBezTo>
                  <a:pt x="112" y="246"/>
                  <a:pt x="241" y="117"/>
                  <a:pt x="401" y="117"/>
                </a:cubicBezTo>
                <a:cubicBezTo>
                  <a:pt x="560" y="117"/>
                  <a:pt x="690" y="246"/>
                  <a:pt x="690" y="406"/>
                </a:cubicBezTo>
                <a:cubicBezTo>
                  <a:pt x="690" y="482"/>
                  <a:pt x="638" y="564"/>
                  <a:pt x="632" y="573"/>
                </a:cubicBezTo>
                <a:cubicBezTo>
                  <a:pt x="622" y="587"/>
                  <a:pt x="608" y="612"/>
                  <a:pt x="600" y="628"/>
                </a:cubicBezTo>
                <a:lnTo>
                  <a:pt x="548" y="728"/>
                </a:lnTo>
                <a:cubicBezTo>
                  <a:pt x="541" y="743"/>
                  <a:pt x="537" y="760"/>
                  <a:pt x="537" y="764"/>
                </a:cubicBezTo>
                <a:cubicBezTo>
                  <a:pt x="537" y="795"/>
                  <a:pt x="507" y="819"/>
                  <a:pt x="470" y="819"/>
                </a:cubicBezTo>
                <a:close/>
                <a:moveTo>
                  <a:pt x="325" y="942"/>
                </a:moveTo>
                <a:cubicBezTo>
                  <a:pt x="304" y="942"/>
                  <a:pt x="287" y="958"/>
                  <a:pt x="287" y="979"/>
                </a:cubicBezTo>
                <a:cubicBezTo>
                  <a:pt x="287" y="999"/>
                  <a:pt x="304" y="1016"/>
                  <a:pt x="325" y="1016"/>
                </a:cubicBezTo>
                <a:lnTo>
                  <a:pt x="481" y="1016"/>
                </a:lnTo>
                <a:cubicBezTo>
                  <a:pt x="502" y="1016"/>
                  <a:pt x="519" y="999"/>
                  <a:pt x="519" y="979"/>
                </a:cubicBezTo>
                <a:cubicBezTo>
                  <a:pt x="519" y="958"/>
                  <a:pt x="502" y="942"/>
                  <a:pt x="481" y="942"/>
                </a:cubicBezTo>
                <a:lnTo>
                  <a:pt x="325" y="942"/>
                </a:lnTo>
                <a:close/>
                <a:moveTo>
                  <a:pt x="310" y="1002"/>
                </a:moveTo>
                <a:cubicBezTo>
                  <a:pt x="312" y="1052"/>
                  <a:pt x="353" y="1092"/>
                  <a:pt x="403" y="1092"/>
                </a:cubicBezTo>
                <a:cubicBezTo>
                  <a:pt x="453" y="1092"/>
                  <a:pt x="494" y="1052"/>
                  <a:pt x="496" y="1002"/>
                </a:cubicBezTo>
                <a:lnTo>
                  <a:pt x="310" y="1002"/>
                </a:lnTo>
                <a:close/>
                <a:moveTo>
                  <a:pt x="519" y="979"/>
                </a:moveTo>
                <a:lnTo>
                  <a:pt x="287" y="979"/>
                </a:lnTo>
                <a:lnTo>
                  <a:pt x="287" y="862"/>
                </a:lnTo>
                <a:lnTo>
                  <a:pt x="519" y="862"/>
                </a:lnTo>
                <a:lnTo>
                  <a:pt x="519" y="979"/>
                </a:lnTo>
                <a:close/>
                <a:moveTo>
                  <a:pt x="555" y="418"/>
                </a:moveTo>
                <a:cubicBezTo>
                  <a:pt x="555" y="439"/>
                  <a:pt x="538" y="456"/>
                  <a:pt x="517" y="456"/>
                </a:cubicBezTo>
                <a:lnTo>
                  <a:pt x="439" y="456"/>
                </a:lnTo>
                <a:lnTo>
                  <a:pt x="439" y="535"/>
                </a:lnTo>
                <a:cubicBezTo>
                  <a:pt x="439" y="556"/>
                  <a:pt x="422" y="573"/>
                  <a:pt x="401" y="573"/>
                </a:cubicBezTo>
                <a:cubicBezTo>
                  <a:pt x="380" y="573"/>
                  <a:pt x="363" y="556"/>
                  <a:pt x="363" y="535"/>
                </a:cubicBezTo>
                <a:lnTo>
                  <a:pt x="363" y="456"/>
                </a:lnTo>
                <a:lnTo>
                  <a:pt x="284" y="456"/>
                </a:lnTo>
                <a:cubicBezTo>
                  <a:pt x="263" y="456"/>
                  <a:pt x="246" y="439"/>
                  <a:pt x="246" y="418"/>
                </a:cubicBezTo>
                <a:cubicBezTo>
                  <a:pt x="246" y="397"/>
                  <a:pt x="263" y="380"/>
                  <a:pt x="284" y="380"/>
                </a:cubicBezTo>
                <a:lnTo>
                  <a:pt x="363" y="380"/>
                </a:lnTo>
                <a:lnTo>
                  <a:pt x="363" y="302"/>
                </a:lnTo>
                <a:cubicBezTo>
                  <a:pt x="363" y="281"/>
                  <a:pt x="380" y="264"/>
                  <a:pt x="401" y="264"/>
                </a:cubicBezTo>
                <a:cubicBezTo>
                  <a:pt x="422" y="264"/>
                  <a:pt x="439" y="281"/>
                  <a:pt x="439" y="302"/>
                </a:cubicBezTo>
                <a:lnTo>
                  <a:pt x="439" y="380"/>
                </a:lnTo>
                <a:lnTo>
                  <a:pt x="517" y="380"/>
                </a:lnTo>
                <a:cubicBezTo>
                  <a:pt x="538" y="380"/>
                  <a:pt x="555" y="397"/>
                  <a:pt x="555" y="418"/>
                </a:cubicBezTo>
                <a:close/>
                <a:moveTo>
                  <a:pt x="770" y="369"/>
                </a:moveTo>
                <a:lnTo>
                  <a:pt x="727" y="369"/>
                </a:lnTo>
                <a:cubicBezTo>
                  <a:pt x="728" y="381"/>
                  <a:pt x="729" y="393"/>
                  <a:pt x="729" y="406"/>
                </a:cubicBezTo>
                <a:cubicBezTo>
                  <a:pt x="729" y="414"/>
                  <a:pt x="728" y="421"/>
                  <a:pt x="728" y="429"/>
                </a:cubicBezTo>
                <a:lnTo>
                  <a:pt x="770" y="429"/>
                </a:lnTo>
                <a:cubicBezTo>
                  <a:pt x="788" y="429"/>
                  <a:pt x="802" y="416"/>
                  <a:pt x="802" y="399"/>
                </a:cubicBezTo>
                <a:cubicBezTo>
                  <a:pt x="802" y="383"/>
                  <a:pt x="788" y="369"/>
                  <a:pt x="770" y="369"/>
                </a:cubicBezTo>
                <a:close/>
                <a:moveTo>
                  <a:pt x="651" y="193"/>
                </a:moveTo>
                <a:lnTo>
                  <a:pt x="682" y="162"/>
                </a:lnTo>
                <a:cubicBezTo>
                  <a:pt x="694" y="149"/>
                  <a:pt x="695" y="130"/>
                  <a:pt x="683" y="118"/>
                </a:cubicBezTo>
                <a:cubicBezTo>
                  <a:pt x="671" y="107"/>
                  <a:pt x="652" y="107"/>
                  <a:pt x="640" y="119"/>
                </a:cubicBezTo>
                <a:lnTo>
                  <a:pt x="608" y="151"/>
                </a:lnTo>
                <a:cubicBezTo>
                  <a:pt x="624" y="163"/>
                  <a:pt x="638" y="177"/>
                  <a:pt x="651" y="193"/>
                </a:cubicBezTo>
                <a:close/>
                <a:moveTo>
                  <a:pt x="400" y="77"/>
                </a:moveTo>
                <a:cubicBezTo>
                  <a:pt x="410" y="77"/>
                  <a:pt x="420" y="77"/>
                  <a:pt x="430" y="78"/>
                </a:cubicBezTo>
                <a:lnTo>
                  <a:pt x="430" y="32"/>
                </a:lnTo>
                <a:cubicBezTo>
                  <a:pt x="430" y="14"/>
                  <a:pt x="416" y="0"/>
                  <a:pt x="400" y="0"/>
                </a:cubicBezTo>
                <a:cubicBezTo>
                  <a:pt x="384" y="0"/>
                  <a:pt x="370" y="14"/>
                  <a:pt x="370" y="32"/>
                </a:cubicBezTo>
                <a:lnTo>
                  <a:pt x="370" y="78"/>
                </a:lnTo>
                <a:cubicBezTo>
                  <a:pt x="380" y="77"/>
                  <a:pt x="390" y="77"/>
                  <a:pt x="400" y="77"/>
                </a:cubicBezTo>
                <a:close/>
                <a:moveTo>
                  <a:pt x="147" y="196"/>
                </a:moveTo>
                <a:cubicBezTo>
                  <a:pt x="160" y="181"/>
                  <a:pt x="174" y="167"/>
                  <a:pt x="189" y="154"/>
                </a:cubicBezTo>
                <a:lnTo>
                  <a:pt x="160" y="124"/>
                </a:lnTo>
                <a:cubicBezTo>
                  <a:pt x="148" y="112"/>
                  <a:pt x="129" y="112"/>
                  <a:pt x="117" y="124"/>
                </a:cubicBezTo>
                <a:cubicBezTo>
                  <a:pt x="105" y="135"/>
                  <a:pt x="106" y="155"/>
                  <a:pt x="118" y="167"/>
                </a:cubicBezTo>
                <a:lnTo>
                  <a:pt x="147" y="196"/>
                </a:lnTo>
                <a:close/>
                <a:moveTo>
                  <a:pt x="72" y="406"/>
                </a:moveTo>
                <a:cubicBezTo>
                  <a:pt x="72" y="393"/>
                  <a:pt x="72" y="381"/>
                  <a:pt x="74" y="369"/>
                </a:cubicBezTo>
                <a:lnTo>
                  <a:pt x="31" y="369"/>
                </a:lnTo>
                <a:cubicBezTo>
                  <a:pt x="14" y="369"/>
                  <a:pt x="0" y="383"/>
                  <a:pt x="0" y="399"/>
                </a:cubicBezTo>
                <a:cubicBezTo>
                  <a:pt x="0" y="416"/>
                  <a:pt x="14" y="429"/>
                  <a:pt x="31" y="429"/>
                </a:cubicBezTo>
                <a:lnTo>
                  <a:pt x="73" y="429"/>
                </a:lnTo>
                <a:cubicBezTo>
                  <a:pt x="72" y="421"/>
                  <a:pt x="72" y="414"/>
                  <a:pt x="72" y="4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Group 41出自【趣你的PPT】(微信:qunideppt)：最优质的PPT资源库"/>
          <p:cNvGrpSpPr/>
          <p:nvPr/>
        </p:nvGrpSpPr>
        <p:grpSpPr>
          <a:xfrm>
            <a:off x="1000833" y="2047622"/>
            <a:ext cx="1719244" cy="2598985"/>
            <a:chOff x="1135010" y="1601386"/>
            <a:chExt cx="2073637" cy="3134721"/>
          </a:xfrm>
        </p:grpSpPr>
        <p:sp>
          <p:nvSpPr>
            <p:cNvPr id="4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1135010" y="1601386"/>
              <a:ext cx="2073637" cy="3134721"/>
            </a:xfrm>
            <a:custGeom>
              <a:avLst/>
              <a:gdLst>
                <a:gd name="T0" fmla="*/ 112 w 883"/>
                <a:gd name="T1" fmla="*/ 1335 h 1335"/>
                <a:gd name="T2" fmla="*/ 89 w 883"/>
                <a:gd name="T3" fmla="*/ 1295 h 1335"/>
                <a:gd name="T4" fmla="*/ 173 w 883"/>
                <a:gd name="T5" fmla="*/ 1229 h 1335"/>
                <a:gd name="T6" fmla="*/ 106 w 883"/>
                <a:gd name="T7" fmla="*/ 979 h 1335"/>
                <a:gd name="T8" fmla="*/ 0 w 883"/>
                <a:gd name="T9" fmla="*/ 963 h 1335"/>
                <a:gd name="T10" fmla="*/ 0 w 883"/>
                <a:gd name="T11" fmla="*/ 836 h 1335"/>
                <a:gd name="T12" fmla="*/ 106 w 883"/>
                <a:gd name="T13" fmla="*/ 821 h 1335"/>
                <a:gd name="T14" fmla="*/ 173 w 883"/>
                <a:gd name="T15" fmla="*/ 571 h 1335"/>
                <a:gd name="T16" fmla="*/ 89 w 883"/>
                <a:gd name="T17" fmla="*/ 505 h 1335"/>
                <a:gd name="T18" fmla="*/ 152 w 883"/>
                <a:gd name="T19" fmla="*/ 395 h 1335"/>
                <a:gd name="T20" fmla="*/ 252 w 883"/>
                <a:gd name="T21" fmla="*/ 435 h 1335"/>
                <a:gd name="T22" fmla="*/ 435 w 883"/>
                <a:gd name="T23" fmla="*/ 252 h 1335"/>
                <a:gd name="T24" fmla="*/ 395 w 883"/>
                <a:gd name="T25" fmla="*/ 152 h 1335"/>
                <a:gd name="T26" fmla="*/ 505 w 883"/>
                <a:gd name="T27" fmla="*/ 89 h 1335"/>
                <a:gd name="T28" fmla="*/ 571 w 883"/>
                <a:gd name="T29" fmla="*/ 173 h 1335"/>
                <a:gd name="T30" fmla="*/ 821 w 883"/>
                <a:gd name="T31" fmla="*/ 106 h 1335"/>
                <a:gd name="T32" fmla="*/ 836 w 883"/>
                <a:gd name="T33" fmla="*/ 0 h 1335"/>
                <a:gd name="T34" fmla="*/ 883 w 883"/>
                <a:gd name="T35" fmla="*/ 0 h 1335"/>
                <a:gd name="T36" fmla="*/ 883 w 883"/>
                <a:gd name="T37" fmla="*/ 792 h 1335"/>
                <a:gd name="T38" fmla="*/ 879 w 883"/>
                <a:gd name="T39" fmla="*/ 792 h 1335"/>
                <a:gd name="T40" fmla="*/ 790 w 883"/>
                <a:gd name="T41" fmla="*/ 900 h 1335"/>
                <a:gd name="T42" fmla="*/ 797 w 883"/>
                <a:gd name="T43" fmla="*/ 936 h 1335"/>
                <a:gd name="T44" fmla="*/ 798 w 883"/>
                <a:gd name="T45" fmla="*/ 939 h 1335"/>
                <a:gd name="T46" fmla="*/ 795 w 883"/>
                <a:gd name="T47" fmla="*/ 941 h 1335"/>
                <a:gd name="T48" fmla="*/ 112 w 883"/>
                <a:gd name="T49" fmla="*/ 1335 h 1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83" h="1335">
                  <a:moveTo>
                    <a:pt x="112" y="1335"/>
                  </a:moveTo>
                  <a:cubicBezTo>
                    <a:pt x="89" y="1295"/>
                    <a:pt x="89" y="1295"/>
                    <a:pt x="89" y="1295"/>
                  </a:cubicBezTo>
                  <a:cubicBezTo>
                    <a:pt x="173" y="1229"/>
                    <a:pt x="173" y="1229"/>
                    <a:pt x="173" y="1229"/>
                  </a:cubicBezTo>
                  <a:cubicBezTo>
                    <a:pt x="137" y="1149"/>
                    <a:pt x="115" y="1065"/>
                    <a:pt x="106" y="979"/>
                  </a:cubicBezTo>
                  <a:cubicBezTo>
                    <a:pt x="0" y="963"/>
                    <a:pt x="0" y="963"/>
                    <a:pt x="0" y="963"/>
                  </a:cubicBezTo>
                  <a:cubicBezTo>
                    <a:pt x="0" y="836"/>
                    <a:pt x="0" y="836"/>
                    <a:pt x="0" y="836"/>
                  </a:cubicBezTo>
                  <a:cubicBezTo>
                    <a:pt x="106" y="821"/>
                    <a:pt x="106" y="821"/>
                    <a:pt x="106" y="821"/>
                  </a:cubicBezTo>
                  <a:cubicBezTo>
                    <a:pt x="115" y="734"/>
                    <a:pt x="137" y="650"/>
                    <a:pt x="173" y="571"/>
                  </a:cubicBezTo>
                  <a:cubicBezTo>
                    <a:pt x="89" y="505"/>
                    <a:pt x="89" y="505"/>
                    <a:pt x="89" y="505"/>
                  </a:cubicBezTo>
                  <a:cubicBezTo>
                    <a:pt x="152" y="395"/>
                    <a:pt x="152" y="395"/>
                    <a:pt x="152" y="395"/>
                  </a:cubicBezTo>
                  <a:cubicBezTo>
                    <a:pt x="252" y="435"/>
                    <a:pt x="252" y="435"/>
                    <a:pt x="252" y="435"/>
                  </a:cubicBezTo>
                  <a:cubicBezTo>
                    <a:pt x="303" y="364"/>
                    <a:pt x="364" y="303"/>
                    <a:pt x="435" y="252"/>
                  </a:cubicBezTo>
                  <a:cubicBezTo>
                    <a:pt x="395" y="152"/>
                    <a:pt x="395" y="152"/>
                    <a:pt x="395" y="152"/>
                  </a:cubicBezTo>
                  <a:cubicBezTo>
                    <a:pt x="505" y="89"/>
                    <a:pt x="505" y="89"/>
                    <a:pt x="505" y="89"/>
                  </a:cubicBezTo>
                  <a:cubicBezTo>
                    <a:pt x="571" y="173"/>
                    <a:pt x="571" y="173"/>
                    <a:pt x="571" y="173"/>
                  </a:cubicBezTo>
                  <a:cubicBezTo>
                    <a:pt x="650" y="137"/>
                    <a:pt x="734" y="115"/>
                    <a:pt x="821" y="106"/>
                  </a:cubicBezTo>
                  <a:cubicBezTo>
                    <a:pt x="836" y="0"/>
                    <a:pt x="836" y="0"/>
                    <a:pt x="836" y="0"/>
                  </a:cubicBezTo>
                  <a:cubicBezTo>
                    <a:pt x="883" y="0"/>
                    <a:pt x="883" y="0"/>
                    <a:pt x="883" y="0"/>
                  </a:cubicBezTo>
                  <a:cubicBezTo>
                    <a:pt x="883" y="792"/>
                    <a:pt x="883" y="792"/>
                    <a:pt x="883" y="792"/>
                  </a:cubicBezTo>
                  <a:cubicBezTo>
                    <a:pt x="879" y="792"/>
                    <a:pt x="879" y="792"/>
                    <a:pt x="879" y="792"/>
                  </a:cubicBezTo>
                  <a:cubicBezTo>
                    <a:pt x="828" y="802"/>
                    <a:pt x="790" y="847"/>
                    <a:pt x="790" y="900"/>
                  </a:cubicBezTo>
                  <a:cubicBezTo>
                    <a:pt x="790" y="912"/>
                    <a:pt x="793" y="924"/>
                    <a:pt x="797" y="936"/>
                  </a:cubicBezTo>
                  <a:cubicBezTo>
                    <a:pt x="798" y="939"/>
                    <a:pt x="798" y="939"/>
                    <a:pt x="798" y="939"/>
                  </a:cubicBezTo>
                  <a:cubicBezTo>
                    <a:pt x="795" y="941"/>
                    <a:pt x="795" y="941"/>
                    <a:pt x="795" y="941"/>
                  </a:cubicBezTo>
                  <a:lnTo>
                    <a:pt x="112" y="1335"/>
                  </a:lnTo>
                  <a:close/>
                </a:path>
              </a:pathLst>
            </a:custGeom>
            <a:solidFill>
              <a:srgbClr val="7CC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2039120" y="2912400"/>
              <a:ext cx="518886" cy="583244"/>
            </a:xfrm>
            <a:custGeom>
              <a:avLst/>
              <a:gdLst>
                <a:gd name="T0" fmla="*/ 458 w 894"/>
                <a:gd name="T1" fmla="*/ 163 h 1005"/>
                <a:gd name="T2" fmla="*/ 417 w 894"/>
                <a:gd name="T3" fmla="*/ 122 h 1005"/>
                <a:gd name="T4" fmla="*/ 458 w 894"/>
                <a:gd name="T5" fmla="*/ 81 h 1005"/>
                <a:gd name="T6" fmla="*/ 499 w 894"/>
                <a:gd name="T7" fmla="*/ 122 h 1005"/>
                <a:gd name="T8" fmla="*/ 458 w 894"/>
                <a:gd name="T9" fmla="*/ 163 h 1005"/>
                <a:gd name="T10" fmla="*/ 890 w 894"/>
                <a:gd name="T11" fmla="*/ 758 h 1005"/>
                <a:gd name="T12" fmla="*/ 803 w 894"/>
                <a:gd name="T13" fmla="*/ 637 h 1005"/>
                <a:gd name="T14" fmla="*/ 716 w 894"/>
                <a:gd name="T15" fmla="*/ 390 h 1005"/>
                <a:gd name="T16" fmla="*/ 714 w 894"/>
                <a:gd name="T17" fmla="*/ 384 h 1005"/>
                <a:gd name="T18" fmla="*/ 544 w 894"/>
                <a:gd name="T19" fmla="*/ 208 h 1005"/>
                <a:gd name="T20" fmla="*/ 580 w 894"/>
                <a:gd name="T21" fmla="*/ 122 h 1005"/>
                <a:gd name="T22" fmla="*/ 458 w 894"/>
                <a:gd name="T23" fmla="*/ 0 h 1005"/>
                <a:gd name="T24" fmla="*/ 336 w 894"/>
                <a:gd name="T25" fmla="*/ 122 h 1005"/>
                <a:gd name="T26" fmla="*/ 369 w 894"/>
                <a:gd name="T27" fmla="*/ 205 h 1005"/>
                <a:gd name="T28" fmla="*/ 185 w 894"/>
                <a:gd name="T29" fmla="*/ 380 h 1005"/>
                <a:gd name="T30" fmla="*/ 184 w 894"/>
                <a:gd name="T31" fmla="*/ 386 h 1005"/>
                <a:gd name="T32" fmla="*/ 94 w 894"/>
                <a:gd name="T33" fmla="*/ 632 h 1005"/>
                <a:gd name="T34" fmla="*/ 4 w 894"/>
                <a:gd name="T35" fmla="*/ 751 h 1005"/>
                <a:gd name="T36" fmla="*/ 39 w 894"/>
                <a:gd name="T37" fmla="*/ 819 h 1005"/>
                <a:gd name="T38" fmla="*/ 369 w 894"/>
                <a:gd name="T39" fmla="*/ 882 h 1005"/>
                <a:gd name="T40" fmla="*/ 363 w 894"/>
                <a:gd name="T41" fmla="*/ 912 h 1005"/>
                <a:gd name="T42" fmla="*/ 454 w 894"/>
                <a:gd name="T43" fmla="*/ 1004 h 1005"/>
                <a:gd name="T44" fmla="*/ 546 w 894"/>
                <a:gd name="T45" fmla="*/ 914 h 1005"/>
                <a:gd name="T46" fmla="*/ 541 w 894"/>
                <a:gd name="T47" fmla="*/ 882 h 1005"/>
                <a:gd name="T48" fmla="*/ 856 w 894"/>
                <a:gd name="T49" fmla="*/ 824 h 1005"/>
                <a:gd name="T50" fmla="*/ 890 w 894"/>
                <a:gd name="T51" fmla="*/ 758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94" h="1005">
                  <a:moveTo>
                    <a:pt x="458" y="163"/>
                  </a:moveTo>
                  <a:cubicBezTo>
                    <a:pt x="436" y="163"/>
                    <a:pt x="417" y="144"/>
                    <a:pt x="417" y="122"/>
                  </a:cubicBezTo>
                  <a:cubicBezTo>
                    <a:pt x="417" y="100"/>
                    <a:pt x="436" y="81"/>
                    <a:pt x="458" y="81"/>
                  </a:cubicBezTo>
                  <a:cubicBezTo>
                    <a:pt x="480" y="81"/>
                    <a:pt x="499" y="100"/>
                    <a:pt x="499" y="122"/>
                  </a:cubicBezTo>
                  <a:cubicBezTo>
                    <a:pt x="499" y="144"/>
                    <a:pt x="480" y="163"/>
                    <a:pt x="458" y="163"/>
                  </a:cubicBezTo>
                  <a:close/>
                  <a:moveTo>
                    <a:pt x="890" y="758"/>
                  </a:moveTo>
                  <a:cubicBezTo>
                    <a:pt x="888" y="746"/>
                    <a:pt x="876" y="686"/>
                    <a:pt x="803" y="637"/>
                  </a:cubicBezTo>
                  <a:cubicBezTo>
                    <a:pt x="797" y="632"/>
                    <a:pt x="765" y="593"/>
                    <a:pt x="716" y="390"/>
                  </a:cubicBezTo>
                  <a:lnTo>
                    <a:pt x="714" y="384"/>
                  </a:lnTo>
                  <a:cubicBezTo>
                    <a:pt x="696" y="306"/>
                    <a:pt x="660" y="233"/>
                    <a:pt x="544" y="208"/>
                  </a:cubicBezTo>
                  <a:cubicBezTo>
                    <a:pt x="566" y="186"/>
                    <a:pt x="580" y="156"/>
                    <a:pt x="580" y="122"/>
                  </a:cubicBezTo>
                  <a:cubicBezTo>
                    <a:pt x="580" y="55"/>
                    <a:pt x="525" y="0"/>
                    <a:pt x="458" y="0"/>
                  </a:cubicBezTo>
                  <a:cubicBezTo>
                    <a:pt x="391" y="0"/>
                    <a:pt x="336" y="55"/>
                    <a:pt x="336" y="122"/>
                  </a:cubicBezTo>
                  <a:cubicBezTo>
                    <a:pt x="336" y="154"/>
                    <a:pt x="349" y="183"/>
                    <a:pt x="369" y="205"/>
                  </a:cubicBezTo>
                  <a:cubicBezTo>
                    <a:pt x="243" y="227"/>
                    <a:pt x="205" y="304"/>
                    <a:pt x="185" y="380"/>
                  </a:cubicBezTo>
                  <a:lnTo>
                    <a:pt x="184" y="386"/>
                  </a:lnTo>
                  <a:cubicBezTo>
                    <a:pt x="132" y="588"/>
                    <a:pt x="99" y="627"/>
                    <a:pt x="94" y="632"/>
                  </a:cubicBezTo>
                  <a:cubicBezTo>
                    <a:pt x="19" y="680"/>
                    <a:pt x="6" y="740"/>
                    <a:pt x="4" y="751"/>
                  </a:cubicBezTo>
                  <a:cubicBezTo>
                    <a:pt x="0" y="779"/>
                    <a:pt x="14" y="806"/>
                    <a:pt x="39" y="819"/>
                  </a:cubicBezTo>
                  <a:cubicBezTo>
                    <a:pt x="44" y="821"/>
                    <a:pt x="149" y="870"/>
                    <a:pt x="369" y="882"/>
                  </a:cubicBezTo>
                  <a:cubicBezTo>
                    <a:pt x="365" y="891"/>
                    <a:pt x="363" y="901"/>
                    <a:pt x="363" y="912"/>
                  </a:cubicBezTo>
                  <a:cubicBezTo>
                    <a:pt x="363" y="963"/>
                    <a:pt x="403" y="1004"/>
                    <a:pt x="454" y="1004"/>
                  </a:cubicBezTo>
                  <a:cubicBezTo>
                    <a:pt x="504" y="1005"/>
                    <a:pt x="546" y="964"/>
                    <a:pt x="546" y="914"/>
                  </a:cubicBezTo>
                  <a:cubicBezTo>
                    <a:pt x="546" y="903"/>
                    <a:pt x="544" y="892"/>
                    <a:pt x="541" y="882"/>
                  </a:cubicBezTo>
                  <a:cubicBezTo>
                    <a:pt x="752" y="873"/>
                    <a:pt x="845" y="829"/>
                    <a:pt x="856" y="824"/>
                  </a:cubicBezTo>
                  <a:cubicBezTo>
                    <a:pt x="880" y="811"/>
                    <a:pt x="894" y="785"/>
                    <a:pt x="890" y="7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" name="Group 48出自【趣你的PPT】(微信:qunideppt)：最优质的PPT资源库"/>
          <p:cNvGrpSpPr/>
          <p:nvPr/>
        </p:nvGrpSpPr>
        <p:grpSpPr>
          <a:xfrm>
            <a:off x="2841326" y="2047622"/>
            <a:ext cx="1719244" cy="2598985"/>
            <a:chOff x="3354889" y="1601386"/>
            <a:chExt cx="2073637" cy="3134721"/>
          </a:xfrm>
          <a:solidFill>
            <a:srgbClr val="FBA41F"/>
          </a:solidFill>
        </p:grpSpPr>
        <p:sp>
          <p:nvSpPr>
            <p:cNvPr id="5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3354889" y="1601386"/>
              <a:ext cx="2073637" cy="3134721"/>
            </a:xfrm>
            <a:custGeom>
              <a:avLst/>
              <a:gdLst>
                <a:gd name="T0" fmla="*/ 771 w 883"/>
                <a:gd name="T1" fmla="*/ 1335 h 1335"/>
                <a:gd name="T2" fmla="*/ 85 w 883"/>
                <a:gd name="T3" fmla="*/ 939 h 1335"/>
                <a:gd name="T4" fmla="*/ 86 w 883"/>
                <a:gd name="T5" fmla="*/ 936 h 1335"/>
                <a:gd name="T6" fmla="*/ 92 w 883"/>
                <a:gd name="T7" fmla="*/ 900 h 1335"/>
                <a:gd name="T8" fmla="*/ 3 w 883"/>
                <a:gd name="T9" fmla="*/ 792 h 1335"/>
                <a:gd name="T10" fmla="*/ 0 w 883"/>
                <a:gd name="T11" fmla="*/ 792 h 1335"/>
                <a:gd name="T12" fmla="*/ 0 w 883"/>
                <a:gd name="T13" fmla="*/ 0 h 1335"/>
                <a:gd name="T14" fmla="*/ 46 w 883"/>
                <a:gd name="T15" fmla="*/ 0 h 1335"/>
                <a:gd name="T16" fmla="*/ 62 w 883"/>
                <a:gd name="T17" fmla="*/ 106 h 1335"/>
                <a:gd name="T18" fmla="*/ 312 w 883"/>
                <a:gd name="T19" fmla="*/ 173 h 1335"/>
                <a:gd name="T20" fmla="*/ 378 w 883"/>
                <a:gd name="T21" fmla="*/ 89 h 1335"/>
                <a:gd name="T22" fmla="*/ 488 w 883"/>
                <a:gd name="T23" fmla="*/ 152 h 1335"/>
                <a:gd name="T24" fmla="*/ 448 w 883"/>
                <a:gd name="T25" fmla="*/ 252 h 1335"/>
                <a:gd name="T26" fmla="*/ 631 w 883"/>
                <a:gd name="T27" fmla="*/ 435 h 1335"/>
                <a:gd name="T28" fmla="*/ 730 w 883"/>
                <a:gd name="T29" fmla="*/ 395 h 1335"/>
                <a:gd name="T30" fmla="*/ 794 w 883"/>
                <a:gd name="T31" fmla="*/ 505 h 1335"/>
                <a:gd name="T32" fmla="*/ 710 w 883"/>
                <a:gd name="T33" fmla="*/ 571 h 1335"/>
                <a:gd name="T34" fmla="*/ 777 w 883"/>
                <a:gd name="T35" fmla="*/ 821 h 1335"/>
                <a:gd name="T36" fmla="*/ 883 w 883"/>
                <a:gd name="T37" fmla="*/ 836 h 1335"/>
                <a:gd name="T38" fmla="*/ 883 w 883"/>
                <a:gd name="T39" fmla="*/ 963 h 1335"/>
                <a:gd name="T40" fmla="*/ 777 w 883"/>
                <a:gd name="T41" fmla="*/ 979 h 1335"/>
                <a:gd name="T42" fmla="*/ 710 w 883"/>
                <a:gd name="T43" fmla="*/ 1229 h 1335"/>
                <a:gd name="T44" fmla="*/ 794 w 883"/>
                <a:gd name="T45" fmla="*/ 1295 h 1335"/>
                <a:gd name="T46" fmla="*/ 771 w 883"/>
                <a:gd name="T47" fmla="*/ 1335 h 1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83" h="1335">
                  <a:moveTo>
                    <a:pt x="771" y="1335"/>
                  </a:moveTo>
                  <a:cubicBezTo>
                    <a:pt x="85" y="939"/>
                    <a:pt x="85" y="939"/>
                    <a:pt x="85" y="939"/>
                  </a:cubicBezTo>
                  <a:cubicBezTo>
                    <a:pt x="86" y="936"/>
                    <a:pt x="86" y="936"/>
                    <a:pt x="86" y="936"/>
                  </a:cubicBezTo>
                  <a:cubicBezTo>
                    <a:pt x="90" y="924"/>
                    <a:pt x="92" y="912"/>
                    <a:pt x="92" y="900"/>
                  </a:cubicBezTo>
                  <a:cubicBezTo>
                    <a:pt x="92" y="847"/>
                    <a:pt x="55" y="802"/>
                    <a:pt x="3" y="792"/>
                  </a:cubicBezTo>
                  <a:cubicBezTo>
                    <a:pt x="0" y="792"/>
                    <a:pt x="0" y="792"/>
                    <a:pt x="0" y="7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62" y="106"/>
                    <a:pt x="62" y="106"/>
                    <a:pt x="62" y="106"/>
                  </a:cubicBezTo>
                  <a:cubicBezTo>
                    <a:pt x="148" y="115"/>
                    <a:pt x="232" y="137"/>
                    <a:pt x="312" y="173"/>
                  </a:cubicBezTo>
                  <a:cubicBezTo>
                    <a:pt x="378" y="89"/>
                    <a:pt x="378" y="89"/>
                    <a:pt x="378" y="89"/>
                  </a:cubicBezTo>
                  <a:cubicBezTo>
                    <a:pt x="488" y="152"/>
                    <a:pt x="488" y="152"/>
                    <a:pt x="488" y="152"/>
                  </a:cubicBezTo>
                  <a:cubicBezTo>
                    <a:pt x="448" y="252"/>
                    <a:pt x="448" y="252"/>
                    <a:pt x="448" y="252"/>
                  </a:cubicBezTo>
                  <a:cubicBezTo>
                    <a:pt x="519" y="303"/>
                    <a:pt x="580" y="364"/>
                    <a:pt x="631" y="435"/>
                  </a:cubicBezTo>
                  <a:cubicBezTo>
                    <a:pt x="730" y="395"/>
                    <a:pt x="730" y="395"/>
                    <a:pt x="730" y="395"/>
                  </a:cubicBezTo>
                  <a:cubicBezTo>
                    <a:pt x="794" y="505"/>
                    <a:pt x="794" y="505"/>
                    <a:pt x="794" y="505"/>
                  </a:cubicBezTo>
                  <a:cubicBezTo>
                    <a:pt x="710" y="571"/>
                    <a:pt x="710" y="571"/>
                    <a:pt x="710" y="571"/>
                  </a:cubicBezTo>
                  <a:cubicBezTo>
                    <a:pt x="746" y="650"/>
                    <a:pt x="768" y="734"/>
                    <a:pt x="777" y="821"/>
                  </a:cubicBezTo>
                  <a:cubicBezTo>
                    <a:pt x="883" y="836"/>
                    <a:pt x="883" y="836"/>
                    <a:pt x="883" y="836"/>
                  </a:cubicBezTo>
                  <a:cubicBezTo>
                    <a:pt x="883" y="963"/>
                    <a:pt x="883" y="963"/>
                    <a:pt x="883" y="963"/>
                  </a:cubicBezTo>
                  <a:cubicBezTo>
                    <a:pt x="777" y="979"/>
                    <a:pt x="777" y="979"/>
                    <a:pt x="777" y="979"/>
                  </a:cubicBezTo>
                  <a:cubicBezTo>
                    <a:pt x="768" y="1065"/>
                    <a:pt x="746" y="1149"/>
                    <a:pt x="710" y="1229"/>
                  </a:cubicBezTo>
                  <a:cubicBezTo>
                    <a:pt x="794" y="1295"/>
                    <a:pt x="794" y="1295"/>
                    <a:pt x="794" y="1295"/>
                  </a:cubicBezTo>
                  <a:lnTo>
                    <a:pt x="771" y="1335"/>
                  </a:lnTo>
                  <a:close/>
                </a:path>
              </a:pathLst>
            </a:custGeom>
            <a:solidFill>
              <a:srgbClr val="F472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51" name="出自【趣你的PPT】(微信:qunideppt)：最优质的PPT资源库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01477" y="2916474"/>
              <a:ext cx="792549" cy="579170"/>
            </a:xfrm>
            <a:prstGeom prst="rect">
              <a:avLst/>
            </a:prstGeom>
            <a:noFill/>
          </p:spPr>
        </p:pic>
      </p:grpSp>
      <p:sp>
        <p:nvSpPr>
          <p:cNvPr id="52" name="出自【趣你的PPT】(微信:qunideppt)：最优质的PPT资源库"/>
          <p:cNvSpPr/>
          <p:nvPr/>
        </p:nvSpPr>
        <p:spPr>
          <a:xfrm>
            <a:off x="5400199" y="2444943"/>
            <a:ext cx="648182" cy="648182"/>
          </a:xfrm>
          <a:prstGeom prst="rect">
            <a:avLst/>
          </a:prstGeom>
          <a:solidFill>
            <a:srgbClr val="F472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出自【趣你的PPT】(微信:qunideppt)：最优质的PPT资源库"/>
          <p:cNvSpPr txBox="1"/>
          <p:nvPr/>
        </p:nvSpPr>
        <p:spPr>
          <a:xfrm>
            <a:off x="5348112" y="2488221"/>
            <a:ext cx="706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32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出自【趣你的PPT】(微信:qunideppt)：最优质的PPT资源库"/>
          <p:cNvSpPr txBox="1">
            <a:spLocks/>
          </p:cNvSpPr>
          <p:nvPr/>
        </p:nvSpPr>
        <p:spPr>
          <a:xfrm>
            <a:off x="6100468" y="2439580"/>
            <a:ext cx="5422738" cy="653546"/>
          </a:xfrm>
          <a:prstGeom prst="rect">
            <a:avLst/>
          </a:prstGeom>
        </p:spPr>
        <p:txBody>
          <a:bodyPr vert="horz" lIns="121682" tIns="60841" rIns="121682" bIns="6084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en-US" altLang="zh-CN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Vibe coding</a:t>
            </a: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，请保存主要提示词，并能理解和 分析代码，严禁一问三不知</a:t>
            </a:r>
            <a:endParaRPr lang="en-US" altLang="zh-CN" sz="16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/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可以手工编程</a:t>
            </a:r>
            <a:endParaRPr lang="en-US" altLang="zh-CN" sz="16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/>
            <a:endParaRPr lang="en-US" altLang="zh-CN" sz="160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/>
            <a:r>
              <a:rPr lang="zh-CN" altLang="en-US" sz="16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再次</a:t>
            </a: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强调：必须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深入理解代码，清楚技术原理</a:t>
            </a:r>
          </a:p>
        </p:txBody>
      </p:sp>
    </p:spTree>
    <p:extLst>
      <p:ext uri="{BB962C8B-B14F-4D97-AF65-F5344CB8AC3E}">
        <p14:creationId xmlns:p14="http://schemas.microsoft.com/office/powerpoint/2010/main" val="658794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E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出自【趣你的PPT】(微信:qunideppt)：最优质的PPT资源库"/>
          <p:cNvGrpSpPr/>
          <p:nvPr/>
        </p:nvGrpSpPr>
        <p:grpSpPr>
          <a:xfrm>
            <a:off x="3965549" y="5136094"/>
            <a:ext cx="3594101" cy="1730375"/>
            <a:chOff x="3414713" y="4056063"/>
            <a:chExt cx="3594101" cy="1730375"/>
          </a:xfrm>
        </p:grpSpPr>
        <p:sp>
          <p:nvSpPr>
            <p:cNvPr id="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238876" y="4576763"/>
              <a:ext cx="769938" cy="885825"/>
            </a:xfrm>
            <a:custGeom>
              <a:avLst/>
              <a:gdLst>
                <a:gd name="T0" fmla="*/ 485 w 485"/>
                <a:gd name="T1" fmla="*/ 508 h 558"/>
                <a:gd name="T2" fmla="*/ 270 w 485"/>
                <a:gd name="T3" fmla="*/ 0 h 558"/>
                <a:gd name="T4" fmla="*/ 0 w 485"/>
                <a:gd name="T5" fmla="*/ 423 h 558"/>
                <a:gd name="T6" fmla="*/ 481 w 485"/>
                <a:gd name="T7" fmla="*/ 558 h 558"/>
                <a:gd name="T8" fmla="*/ 485 w 485"/>
                <a:gd name="T9" fmla="*/ 508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5" h="558">
                  <a:moveTo>
                    <a:pt x="485" y="508"/>
                  </a:moveTo>
                  <a:lnTo>
                    <a:pt x="270" y="0"/>
                  </a:lnTo>
                  <a:lnTo>
                    <a:pt x="0" y="423"/>
                  </a:lnTo>
                  <a:lnTo>
                    <a:pt x="481" y="558"/>
                  </a:lnTo>
                  <a:lnTo>
                    <a:pt x="485" y="508"/>
                  </a:lnTo>
                  <a:close/>
                </a:path>
              </a:pathLst>
            </a:custGeom>
            <a:solidFill>
              <a:srgbClr val="5DA2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3414713" y="4067175"/>
              <a:ext cx="1447800" cy="1674813"/>
            </a:xfrm>
            <a:custGeom>
              <a:avLst/>
              <a:gdLst>
                <a:gd name="T0" fmla="*/ 0 w 912"/>
                <a:gd name="T1" fmla="*/ 1055 h 1055"/>
                <a:gd name="T2" fmla="*/ 405 w 912"/>
                <a:gd name="T3" fmla="*/ 0 h 1055"/>
                <a:gd name="T4" fmla="*/ 912 w 912"/>
                <a:gd name="T5" fmla="*/ 691 h 1055"/>
                <a:gd name="T6" fmla="*/ 0 w 912"/>
                <a:gd name="T7" fmla="*/ 1055 h 1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12" h="1055">
                  <a:moveTo>
                    <a:pt x="0" y="1055"/>
                  </a:moveTo>
                  <a:lnTo>
                    <a:pt x="405" y="0"/>
                  </a:lnTo>
                  <a:lnTo>
                    <a:pt x="912" y="691"/>
                  </a:lnTo>
                  <a:lnTo>
                    <a:pt x="0" y="1055"/>
                  </a:lnTo>
                  <a:close/>
                </a:path>
              </a:pathLst>
            </a:custGeom>
            <a:solidFill>
              <a:srgbClr val="5DA2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4313238" y="4357688"/>
              <a:ext cx="1763713" cy="1428750"/>
            </a:xfrm>
            <a:custGeom>
              <a:avLst/>
              <a:gdLst>
                <a:gd name="T0" fmla="*/ 0 w 1111"/>
                <a:gd name="T1" fmla="*/ 884 h 900"/>
                <a:gd name="T2" fmla="*/ 547 w 1111"/>
                <a:gd name="T3" fmla="*/ 0 h 900"/>
                <a:gd name="T4" fmla="*/ 1111 w 1111"/>
                <a:gd name="T5" fmla="*/ 900 h 900"/>
                <a:gd name="T6" fmla="*/ 0 w 1111"/>
                <a:gd name="T7" fmla="*/ 884 h 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11" h="900">
                  <a:moveTo>
                    <a:pt x="0" y="884"/>
                  </a:moveTo>
                  <a:lnTo>
                    <a:pt x="547" y="0"/>
                  </a:lnTo>
                  <a:lnTo>
                    <a:pt x="1111" y="900"/>
                  </a:lnTo>
                  <a:lnTo>
                    <a:pt x="0" y="884"/>
                  </a:lnTo>
                  <a:close/>
                </a:path>
              </a:pathLst>
            </a:custGeom>
            <a:solidFill>
              <a:srgbClr val="5DA2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" name="出自【趣你的PPT】(微信:qunideppt)：最优质的PPT资源库"/>
            <p:cNvSpPr>
              <a:spLocks/>
            </p:cNvSpPr>
            <p:nvPr/>
          </p:nvSpPr>
          <p:spPr bwMode="auto">
            <a:xfrm>
              <a:off x="5335588" y="4056063"/>
              <a:ext cx="1628775" cy="1406525"/>
            </a:xfrm>
            <a:custGeom>
              <a:avLst/>
              <a:gdLst>
                <a:gd name="T0" fmla="*/ 0 w 1026"/>
                <a:gd name="T1" fmla="*/ 872 h 886"/>
                <a:gd name="T2" fmla="*/ 526 w 1026"/>
                <a:gd name="T3" fmla="*/ 0 h 886"/>
                <a:gd name="T4" fmla="*/ 1026 w 1026"/>
                <a:gd name="T5" fmla="*/ 886 h 886"/>
                <a:gd name="T6" fmla="*/ 0 w 1026"/>
                <a:gd name="T7" fmla="*/ 872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26" h="886">
                  <a:moveTo>
                    <a:pt x="0" y="872"/>
                  </a:moveTo>
                  <a:lnTo>
                    <a:pt x="526" y="0"/>
                  </a:lnTo>
                  <a:lnTo>
                    <a:pt x="1026" y="886"/>
                  </a:lnTo>
                  <a:lnTo>
                    <a:pt x="0" y="872"/>
                  </a:lnTo>
                  <a:close/>
                </a:path>
              </a:pathLst>
            </a:custGeom>
            <a:solidFill>
              <a:srgbClr val="5DA2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4057651" y="4067175"/>
              <a:ext cx="739775" cy="1447800"/>
            </a:xfrm>
            <a:custGeom>
              <a:avLst/>
              <a:gdLst>
                <a:gd name="T0" fmla="*/ 0 w 197"/>
                <a:gd name="T1" fmla="*/ 0 h 384"/>
                <a:gd name="T2" fmla="*/ 162 w 197"/>
                <a:gd name="T3" fmla="*/ 376 h 384"/>
                <a:gd name="T4" fmla="*/ 197 w 197"/>
                <a:gd name="T5" fmla="*/ 254 h 384"/>
                <a:gd name="T6" fmla="*/ 0 w 197"/>
                <a:gd name="T7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7" h="384">
                  <a:moveTo>
                    <a:pt x="0" y="0"/>
                  </a:moveTo>
                  <a:cubicBezTo>
                    <a:pt x="0" y="0"/>
                    <a:pt x="161" y="368"/>
                    <a:pt x="162" y="376"/>
                  </a:cubicBezTo>
                  <a:cubicBezTo>
                    <a:pt x="164" y="384"/>
                    <a:pt x="197" y="254"/>
                    <a:pt x="197" y="2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227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" name="出自【趣你的PPT】(微信:qunideppt)：最优质的PPT资源库"/>
            <p:cNvSpPr>
              <a:spLocks/>
            </p:cNvSpPr>
            <p:nvPr/>
          </p:nvSpPr>
          <p:spPr bwMode="auto">
            <a:xfrm>
              <a:off x="5181601" y="4357688"/>
              <a:ext cx="409575" cy="1017588"/>
            </a:xfrm>
            <a:custGeom>
              <a:avLst/>
              <a:gdLst>
                <a:gd name="T0" fmla="*/ 0 w 258"/>
                <a:gd name="T1" fmla="*/ 0 h 641"/>
                <a:gd name="T2" fmla="*/ 258 w 258"/>
                <a:gd name="T3" fmla="*/ 406 h 641"/>
                <a:gd name="T4" fmla="*/ 121 w 258"/>
                <a:gd name="T5" fmla="*/ 641 h 641"/>
                <a:gd name="T6" fmla="*/ 0 w 258"/>
                <a:gd name="T7" fmla="*/ 0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641">
                  <a:moveTo>
                    <a:pt x="0" y="0"/>
                  </a:moveTo>
                  <a:lnTo>
                    <a:pt x="258" y="406"/>
                  </a:lnTo>
                  <a:lnTo>
                    <a:pt x="121" y="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7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170613" y="4056063"/>
              <a:ext cx="387350" cy="1003300"/>
            </a:xfrm>
            <a:custGeom>
              <a:avLst/>
              <a:gdLst>
                <a:gd name="T0" fmla="*/ 0 w 244"/>
                <a:gd name="T1" fmla="*/ 0 h 632"/>
                <a:gd name="T2" fmla="*/ 244 w 244"/>
                <a:gd name="T3" fmla="*/ 432 h 632"/>
                <a:gd name="T4" fmla="*/ 126 w 244"/>
                <a:gd name="T5" fmla="*/ 632 h 632"/>
                <a:gd name="T6" fmla="*/ 0 w 244"/>
                <a:gd name="T7" fmla="*/ 0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4" h="632">
                  <a:moveTo>
                    <a:pt x="0" y="0"/>
                  </a:moveTo>
                  <a:lnTo>
                    <a:pt x="244" y="432"/>
                  </a:lnTo>
                  <a:lnTo>
                    <a:pt x="126" y="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7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667501" y="4576763"/>
              <a:ext cx="341313" cy="946150"/>
            </a:xfrm>
            <a:custGeom>
              <a:avLst/>
              <a:gdLst>
                <a:gd name="T0" fmla="*/ 215 w 215"/>
                <a:gd name="T1" fmla="*/ 508 h 596"/>
                <a:gd name="T2" fmla="*/ 0 w 215"/>
                <a:gd name="T3" fmla="*/ 0 h 596"/>
                <a:gd name="T4" fmla="*/ 71 w 215"/>
                <a:gd name="T5" fmla="*/ 596 h 596"/>
                <a:gd name="T6" fmla="*/ 211 w 215"/>
                <a:gd name="T7" fmla="*/ 572 h 596"/>
                <a:gd name="T8" fmla="*/ 215 w 215"/>
                <a:gd name="T9" fmla="*/ 508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" h="596">
                  <a:moveTo>
                    <a:pt x="215" y="508"/>
                  </a:moveTo>
                  <a:lnTo>
                    <a:pt x="0" y="0"/>
                  </a:lnTo>
                  <a:lnTo>
                    <a:pt x="71" y="596"/>
                  </a:lnTo>
                  <a:lnTo>
                    <a:pt x="211" y="572"/>
                  </a:lnTo>
                  <a:lnTo>
                    <a:pt x="215" y="508"/>
                  </a:lnTo>
                  <a:close/>
                </a:path>
              </a:pathLst>
            </a:custGeom>
            <a:solidFill>
              <a:srgbClr val="2227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3895726" y="4217988"/>
              <a:ext cx="431800" cy="320675"/>
            </a:xfrm>
            <a:custGeom>
              <a:avLst/>
              <a:gdLst>
                <a:gd name="T0" fmla="*/ 0 w 272"/>
                <a:gd name="T1" fmla="*/ 168 h 202"/>
                <a:gd name="T2" fmla="*/ 78 w 272"/>
                <a:gd name="T3" fmla="*/ 119 h 202"/>
                <a:gd name="T4" fmla="*/ 135 w 272"/>
                <a:gd name="T5" fmla="*/ 202 h 202"/>
                <a:gd name="T6" fmla="*/ 154 w 272"/>
                <a:gd name="T7" fmla="*/ 111 h 202"/>
                <a:gd name="T8" fmla="*/ 227 w 272"/>
                <a:gd name="T9" fmla="*/ 195 h 202"/>
                <a:gd name="T10" fmla="*/ 208 w 272"/>
                <a:gd name="T11" fmla="*/ 66 h 202"/>
                <a:gd name="T12" fmla="*/ 272 w 272"/>
                <a:gd name="T13" fmla="*/ 119 h 202"/>
                <a:gd name="T14" fmla="*/ 177 w 272"/>
                <a:gd name="T15" fmla="*/ 0 h 202"/>
                <a:gd name="T16" fmla="*/ 189 w 272"/>
                <a:gd name="T17" fmla="*/ 85 h 202"/>
                <a:gd name="T18" fmla="*/ 132 w 272"/>
                <a:gd name="T19" fmla="*/ 54 h 202"/>
                <a:gd name="T20" fmla="*/ 118 w 272"/>
                <a:gd name="T21" fmla="*/ 116 h 202"/>
                <a:gd name="T22" fmla="*/ 80 w 272"/>
                <a:gd name="T23" fmla="*/ 45 h 202"/>
                <a:gd name="T24" fmla="*/ 42 w 272"/>
                <a:gd name="T25" fmla="*/ 104 h 202"/>
                <a:gd name="T26" fmla="*/ 52 w 272"/>
                <a:gd name="T27" fmla="*/ 28 h 202"/>
                <a:gd name="T28" fmla="*/ 0 w 272"/>
                <a:gd name="T29" fmla="*/ 16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2" h="202">
                  <a:moveTo>
                    <a:pt x="0" y="168"/>
                  </a:moveTo>
                  <a:lnTo>
                    <a:pt x="78" y="119"/>
                  </a:lnTo>
                  <a:lnTo>
                    <a:pt x="135" y="202"/>
                  </a:lnTo>
                  <a:lnTo>
                    <a:pt x="154" y="111"/>
                  </a:lnTo>
                  <a:lnTo>
                    <a:pt x="227" y="195"/>
                  </a:lnTo>
                  <a:lnTo>
                    <a:pt x="208" y="66"/>
                  </a:lnTo>
                  <a:lnTo>
                    <a:pt x="272" y="119"/>
                  </a:lnTo>
                  <a:lnTo>
                    <a:pt x="177" y="0"/>
                  </a:lnTo>
                  <a:lnTo>
                    <a:pt x="189" y="85"/>
                  </a:lnTo>
                  <a:lnTo>
                    <a:pt x="132" y="54"/>
                  </a:lnTo>
                  <a:lnTo>
                    <a:pt x="118" y="116"/>
                  </a:lnTo>
                  <a:lnTo>
                    <a:pt x="80" y="45"/>
                  </a:lnTo>
                  <a:lnTo>
                    <a:pt x="42" y="104"/>
                  </a:lnTo>
                  <a:lnTo>
                    <a:pt x="52" y="28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" name="出自【趣你的PPT】(微信:qunideppt)：最优质的PPT资源库"/>
            <p:cNvSpPr>
              <a:spLocks/>
            </p:cNvSpPr>
            <p:nvPr/>
          </p:nvSpPr>
          <p:spPr bwMode="auto">
            <a:xfrm>
              <a:off x="5008563" y="4443413"/>
              <a:ext cx="360363" cy="339725"/>
            </a:xfrm>
            <a:custGeom>
              <a:avLst/>
              <a:gdLst>
                <a:gd name="T0" fmla="*/ 0 w 227"/>
                <a:gd name="T1" fmla="*/ 114 h 214"/>
                <a:gd name="T2" fmla="*/ 47 w 227"/>
                <a:gd name="T3" fmla="*/ 93 h 214"/>
                <a:gd name="T4" fmla="*/ 47 w 227"/>
                <a:gd name="T5" fmla="*/ 157 h 214"/>
                <a:gd name="T6" fmla="*/ 109 w 227"/>
                <a:gd name="T7" fmla="*/ 91 h 214"/>
                <a:gd name="T8" fmla="*/ 114 w 227"/>
                <a:gd name="T9" fmla="*/ 214 h 214"/>
                <a:gd name="T10" fmla="*/ 140 w 227"/>
                <a:gd name="T11" fmla="*/ 110 h 214"/>
                <a:gd name="T12" fmla="*/ 197 w 227"/>
                <a:gd name="T13" fmla="*/ 171 h 214"/>
                <a:gd name="T14" fmla="*/ 175 w 227"/>
                <a:gd name="T15" fmla="*/ 95 h 214"/>
                <a:gd name="T16" fmla="*/ 227 w 227"/>
                <a:gd name="T17" fmla="*/ 129 h 214"/>
                <a:gd name="T18" fmla="*/ 159 w 227"/>
                <a:gd name="T19" fmla="*/ 17 h 214"/>
                <a:gd name="T20" fmla="*/ 190 w 227"/>
                <a:gd name="T21" fmla="*/ 81 h 214"/>
                <a:gd name="T22" fmla="*/ 147 w 227"/>
                <a:gd name="T23" fmla="*/ 55 h 214"/>
                <a:gd name="T24" fmla="*/ 147 w 227"/>
                <a:gd name="T25" fmla="*/ 84 h 214"/>
                <a:gd name="T26" fmla="*/ 121 w 227"/>
                <a:gd name="T27" fmla="*/ 41 h 214"/>
                <a:gd name="T28" fmla="*/ 83 w 227"/>
                <a:gd name="T29" fmla="*/ 74 h 214"/>
                <a:gd name="T30" fmla="*/ 73 w 227"/>
                <a:gd name="T31" fmla="*/ 0 h 214"/>
                <a:gd name="T32" fmla="*/ 0 w 227"/>
                <a:gd name="T33" fmla="*/ 114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14">
                  <a:moveTo>
                    <a:pt x="0" y="114"/>
                  </a:moveTo>
                  <a:lnTo>
                    <a:pt x="47" y="93"/>
                  </a:lnTo>
                  <a:lnTo>
                    <a:pt x="47" y="157"/>
                  </a:lnTo>
                  <a:lnTo>
                    <a:pt x="109" y="91"/>
                  </a:lnTo>
                  <a:lnTo>
                    <a:pt x="114" y="214"/>
                  </a:lnTo>
                  <a:lnTo>
                    <a:pt x="140" y="110"/>
                  </a:lnTo>
                  <a:lnTo>
                    <a:pt x="197" y="171"/>
                  </a:lnTo>
                  <a:lnTo>
                    <a:pt x="175" y="95"/>
                  </a:lnTo>
                  <a:lnTo>
                    <a:pt x="227" y="129"/>
                  </a:lnTo>
                  <a:lnTo>
                    <a:pt x="159" y="17"/>
                  </a:lnTo>
                  <a:lnTo>
                    <a:pt x="190" y="81"/>
                  </a:lnTo>
                  <a:lnTo>
                    <a:pt x="147" y="55"/>
                  </a:lnTo>
                  <a:lnTo>
                    <a:pt x="147" y="84"/>
                  </a:lnTo>
                  <a:lnTo>
                    <a:pt x="121" y="41"/>
                  </a:lnTo>
                  <a:lnTo>
                    <a:pt x="83" y="74"/>
                  </a:lnTo>
                  <a:lnTo>
                    <a:pt x="73" y="0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FFF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5956301" y="4157663"/>
              <a:ext cx="458788" cy="381000"/>
            </a:xfrm>
            <a:custGeom>
              <a:avLst/>
              <a:gdLst>
                <a:gd name="T0" fmla="*/ 230 w 289"/>
                <a:gd name="T1" fmla="*/ 109 h 240"/>
                <a:gd name="T2" fmla="*/ 289 w 289"/>
                <a:gd name="T3" fmla="*/ 209 h 240"/>
                <a:gd name="T4" fmla="*/ 173 w 289"/>
                <a:gd name="T5" fmla="*/ 133 h 240"/>
                <a:gd name="T6" fmla="*/ 142 w 289"/>
                <a:gd name="T7" fmla="*/ 240 h 240"/>
                <a:gd name="T8" fmla="*/ 118 w 289"/>
                <a:gd name="T9" fmla="*/ 133 h 240"/>
                <a:gd name="T10" fmla="*/ 55 w 289"/>
                <a:gd name="T11" fmla="*/ 214 h 240"/>
                <a:gd name="T12" fmla="*/ 90 w 289"/>
                <a:gd name="T13" fmla="*/ 54 h 240"/>
                <a:gd name="T14" fmla="*/ 0 w 289"/>
                <a:gd name="T15" fmla="*/ 152 h 240"/>
                <a:gd name="T16" fmla="*/ 92 w 289"/>
                <a:gd name="T17" fmla="*/ 0 h 240"/>
                <a:gd name="T18" fmla="*/ 111 w 289"/>
                <a:gd name="T19" fmla="*/ 62 h 240"/>
                <a:gd name="T20" fmla="*/ 142 w 289"/>
                <a:gd name="T21" fmla="*/ 52 h 240"/>
                <a:gd name="T22" fmla="*/ 152 w 289"/>
                <a:gd name="T23" fmla="*/ 149 h 240"/>
                <a:gd name="T24" fmla="*/ 156 w 289"/>
                <a:gd name="T25" fmla="*/ 52 h 240"/>
                <a:gd name="T26" fmla="*/ 237 w 289"/>
                <a:gd name="T27" fmla="*/ 138 h 240"/>
                <a:gd name="T28" fmla="*/ 230 w 289"/>
                <a:gd name="T29" fmla="*/ 109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9" h="240">
                  <a:moveTo>
                    <a:pt x="230" y="109"/>
                  </a:moveTo>
                  <a:lnTo>
                    <a:pt x="289" y="209"/>
                  </a:lnTo>
                  <a:lnTo>
                    <a:pt x="173" y="133"/>
                  </a:lnTo>
                  <a:lnTo>
                    <a:pt x="142" y="240"/>
                  </a:lnTo>
                  <a:lnTo>
                    <a:pt x="118" y="133"/>
                  </a:lnTo>
                  <a:lnTo>
                    <a:pt x="55" y="214"/>
                  </a:lnTo>
                  <a:lnTo>
                    <a:pt x="90" y="54"/>
                  </a:lnTo>
                  <a:lnTo>
                    <a:pt x="0" y="152"/>
                  </a:lnTo>
                  <a:lnTo>
                    <a:pt x="92" y="0"/>
                  </a:lnTo>
                  <a:lnTo>
                    <a:pt x="111" y="62"/>
                  </a:lnTo>
                  <a:lnTo>
                    <a:pt x="142" y="52"/>
                  </a:lnTo>
                  <a:lnTo>
                    <a:pt x="152" y="149"/>
                  </a:lnTo>
                  <a:lnTo>
                    <a:pt x="156" y="52"/>
                  </a:lnTo>
                  <a:lnTo>
                    <a:pt x="237" y="138"/>
                  </a:lnTo>
                  <a:lnTo>
                    <a:pt x="230" y="109"/>
                  </a:lnTo>
                  <a:close/>
                </a:path>
              </a:pathLst>
            </a:custGeom>
            <a:solidFill>
              <a:srgbClr val="FFF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524626" y="4678363"/>
              <a:ext cx="280988" cy="233363"/>
            </a:xfrm>
            <a:custGeom>
              <a:avLst/>
              <a:gdLst>
                <a:gd name="T0" fmla="*/ 47 w 177"/>
                <a:gd name="T1" fmla="*/ 0 h 147"/>
                <a:gd name="T2" fmla="*/ 0 w 177"/>
                <a:gd name="T3" fmla="*/ 76 h 147"/>
                <a:gd name="T4" fmla="*/ 57 w 177"/>
                <a:gd name="T5" fmla="*/ 59 h 147"/>
                <a:gd name="T6" fmla="*/ 71 w 177"/>
                <a:gd name="T7" fmla="*/ 147 h 147"/>
                <a:gd name="T8" fmla="*/ 104 w 177"/>
                <a:gd name="T9" fmla="*/ 66 h 147"/>
                <a:gd name="T10" fmla="*/ 177 w 177"/>
                <a:gd name="T11" fmla="*/ 142 h 147"/>
                <a:gd name="T12" fmla="*/ 130 w 177"/>
                <a:gd name="T13" fmla="*/ 31 h 147"/>
                <a:gd name="T14" fmla="*/ 123 w 177"/>
                <a:gd name="T15" fmla="*/ 61 h 147"/>
                <a:gd name="T16" fmla="*/ 95 w 177"/>
                <a:gd name="T17" fmla="*/ 0 h 147"/>
                <a:gd name="T18" fmla="*/ 76 w 177"/>
                <a:gd name="T19" fmla="*/ 50 h 147"/>
                <a:gd name="T20" fmla="*/ 47 w 177"/>
                <a:gd name="T21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7" h="147">
                  <a:moveTo>
                    <a:pt x="47" y="0"/>
                  </a:moveTo>
                  <a:lnTo>
                    <a:pt x="0" y="76"/>
                  </a:lnTo>
                  <a:lnTo>
                    <a:pt x="57" y="59"/>
                  </a:lnTo>
                  <a:lnTo>
                    <a:pt x="71" y="147"/>
                  </a:lnTo>
                  <a:lnTo>
                    <a:pt x="104" y="66"/>
                  </a:lnTo>
                  <a:lnTo>
                    <a:pt x="177" y="142"/>
                  </a:lnTo>
                  <a:lnTo>
                    <a:pt x="130" y="31"/>
                  </a:lnTo>
                  <a:lnTo>
                    <a:pt x="123" y="61"/>
                  </a:lnTo>
                  <a:lnTo>
                    <a:pt x="95" y="0"/>
                  </a:lnTo>
                  <a:lnTo>
                    <a:pt x="76" y="5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8" name="出自【趣你的PPT】(微信:qunideppt)：最优质的PPT资源库"/>
          <p:cNvSpPr/>
          <p:nvPr/>
        </p:nvSpPr>
        <p:spPr>
          <a:xfrm>
            <a:off x="0" y="6344238"/>
            <a:ext cx="12192000" cy="513761"/>
          </a:xfrm>
          <a:prstGeom prst="rect">
            <a:avLst/>
          </a:prstGeom>
          <a:solidFill>
            <a:srgbClr val="ABD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19" name="Group 18出自【趣你的PPT】(微信:qunideppt)：最优质的PPT资源库"/>
          <p:cNvGrpSpPr/>
          <p:nvPr/>
        </p:nvGrpSpPr>
        <p:grpSpPr>
          <a:xfrm>
            <a:off x="761026" y="5443114"/>
            <a:ext cx="3791899" cy="1124469"/>
            <a:chOff x="384175" y="5132388"/>
            <a:chExt cx="4962526" cy="1471613"/>
          </a:xfrm>
        </p:grpSpPr>
        <p:sp>
          <p:nvSpPr>
            <p:cNvPr id="2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74700" y="6148388"/>
              <a:ext cx="96838" cy="442913"/>
            </a:xfrm>
            <a:custGeom>
              <a:avLst/>
              <a:gdLst>
                <a:gd name="T0" fmla="*/ 41 w 41"/>
                <a:gd name="T1" fmla="*/ 178 h 187"/>
                <a:gd name="T2" fmla="*/ 21 w 41"/>
                <a:gd name="T3" fmla="*/ 187 h 187"/>
                <a:gd name="T4" fmla="*/ 21 w 41"/>
                <a:gd name="T5" fmla="*/ 187 h 187"/>
                <a:gd name="T6" fmla="*/ 0 w 41"/>
                <a:gd name="T7" fmla="*/ 178 h 187"/>
                <a:gd name="T8" fmla="*/ 0 w 41"/>
                <a:gd name="T9" fmla="*/ 8 h 187"/>
                <a:gd name="T10" fmla="*/ 21 w 41"/>
                <a:gd name="T11" fmla="*/ 0 h 187"/>
                <a:gd name="T12" fmla="*/ 21 w 41"/>
                <a:gd name="T13" fmla="*/ 0 h 187"/>
                <a:gd name="T14" fmla="*/ 41 w 41"/>
                <a:gd name="T15" fmla="*/ 8 h 187"/>
                <a:gd name="T16" fmla="*/ 41 w 41"/>
                <a:gd name="T17" fmla="*/ 178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187">
                  <a:moveTo>
                    <a:pt x="41" y="178"/>
                  </a:moveTo>
                  <a:cubicBezTo>
                    <a:pt x="41" y="183"/>
                    <a:pt x="32" y="187"/>
                    <a:pt x="21" y="187"/>
                  </a:cubicBezTo>
                  <a:cubicBezTo>
                    <a:pt x="21" y="187"/>
                    <a:pt x="21" y="187"/>
                    <a:pt x="21" y="187"/>
                  </a:cubicBezTo>
                  <a:cubicBezTo>
                    <a:pt x="9" y="187"/>
                    <a:pt x="0" y="183"/>
                    <a:pt x="0" y="17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9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32" y="0"/>
                    <a:pt x="41" y="4"/>
                    <a:pt x="41" y="8"/>
                  </a:cubicBezTo>
                  <a:lnTo>
                    <a:pt x="41" y="178"/>
                  </a:ln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" name="出自【趣你的PPT】(微信:qunideppt)：最优质的PPT资源库"/>
            <p:cNvSpPr>
              <a:spLocks/>
            </p:cNvSpPr>
            <p:nvPr/>
          </p:nvSpPr>
          <p:spPr bwMode="auto">
            <a:xfrm>
              <a:off x="384175" y="5356225"/>
              <a:ext cx="876300" cy="1014413"/>
            </a:xfrm>
            <a:custGeom>
              <a:avLst/>
              <a:gdLst>
                <a:gd name="T0" fmla="*/ 261 w 371"/>
                <a:gd name="T1" fmla="*/ 304 h 429"/>
                <a:gd name="T2" fmla="*/ 353 w 371"/>
                <a:gd name="T3" fmla="*/ 288 h 429"/>
                <a:gd name="T4" fmla="*/ 246 w 371"/>
                <a:gd name="T5" fmla="*/ 207 h 429"/>
                <a:gd name="T6" fmla="*/ 327 w 371"/>
                <a:gd name="T7" fmla="*/ 184 h 429"/>
                <a:gd name="T8" fmla="*/ 233 w 371"/>
                <a:gd name="T9" fmla="*/ 120 h 429"/>
                <a:gd name="T10" fmla="*/ 272 w 371"/>
                <a:gd name="T11" fmla="*/ 104 h 429"/>
                <a:gd name="T12" fmla="*/ 187 w 371"/>
                <a:gd name="T13" fmla="*/ 0 h 429"/>
                <a:gd name="T14" fmla="*/ 89 w 371"/>
                <a:gd name="T15" fmla="*/ 103 h 429"/>
                <a:gd name="T16" fmla="*/ 137 w 371"/>
                <a:gd name="T17" fmla="*/ 121 h 429"/>
                <a:gd name="T18" fmla="*/ 44 w 371"/>
                <a:gd name="T19" fmla="*/ 184 h 429"/>
                <a:gd name="T20" fmla="*/ 125 w 371"/>
                <a:gd name="T21" fmla="*/ 207 h 429"/>
                <a:gd name="T22" fmla="*/ 18 w 371"/>
                <a:gd name="T23" fmla="*/ 288 h 429"/>
                <a:gd name="T24" fmla="*/ 110 w 371"/>
                <a:gd name="T25" fmla="*/ 304 h 429"/>
                <a:gd name="T26" fmla="*/ 0 w 371"/>
                <a:gd name="T27" fmla="*/ 397 h 429"/>
                <a:gd name="T28" fmla="*/ 186 w 371"/>
                <a:gd name="T29" fmla="*/ 429 h 429"/>
                <a:gd name="T30" fmla="*/ 371 w 371"/>
                <a:gd name="T31" fmla="*/ 397 h 429"/>
                <a:gd name="T32" fmla="*/ 261 w 371"/>
                <a:gd name="T33" fmla="*/ 304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1" h="429">
                  <a:moveTo>
                    <a:pt x="261" y="304"/>
                  </a:moveTo>
                  <a:cubicBezTo>
                    <a:pt x="289" y="305"/>
                    <a:pt x="332" y="302"/>
                    <a:pt x="353" y="288"/>
                  </a:cubicBezTo>
                  <a:cubicBezTo>
                    <a:pt x="312" y="272"/>
                    <a:pt x="268" y="235"/>
                    <a:pt x="246" y="207"/>
                  </a:cubicBezTo>
                  <a:cubicBezTo>
                    <a:pt x="281" y="203"/>
                    <a:pt x="299" y="203"/>
                    <a:pt x="327" y="184"/>
                  </a:cubicBezTo>
                  <a:cubicBezTo>
                    <a:pt x="289" y="176"/>
                    <a:pt x="248" y="141"/>
                    <a:pt x="233" y="120"/>
                  </a:cubicBezTo>
                  <a:cubicBezTo>
                    <a:pt x="253" y="114"/>
                    <a:pt x="254" y="113"/>
                    <a:pt x="272" y="104"/>
                  </a:cubicBezTo>
                  <a:cubicBezTo>
                    <a:pt x="226" y="78"/>
                    <a:pt x="195" y="34"/>
                    <a:pt x="187" y="0"/>
                  </a:cubicBezTo>
                  <a:cubicBezTo>
                    <a:pt x="168" y="54"/>
                    <a:pt x="140" y="84"/>
                    <a:pt x="89" y="103"/>
                  </a:cubicBezTo>
                  <a:cubicBezTo>
                    <a:pt x="105" y="113"/>
                    <a:pt x="119" y="118"/>
                    <a:pt x="137" y="121"/>
                  </a:cubicBezTo>
                  <a:cubicBezTo>
                    <a:pt x="122" y="142"/>
                    <a:pt x="82" y="176"/>
                    <a:pt x="44" y="184"/>
                  </a:cubicBezTo>
                  <a:cubicBezTo>
                    <a:pt x="72" y="203"/>
                    <a:pt x="90" y="203"/>
                    <a:pt x="125" y="207"/>
                  </a:cubicBezTo>
                  <a:cubicBezTo>
                    <a:pt x="103" y="235"/>
                    <a:pt x="59" y="272"/>
                    <a:pt x="18" y="288"/>
                  </a:cubicBezTo>
                  <a:cubicBezTo>
                    <a:pt x="39" y="302"/>
                    <a:pt x="82" y="305"/>
                    <a:pt x="110" y="304"/>
                  </a:cubicBezTo>
                  <a:cubicBezTo>
                    <a:pt x="95" y="333"/>
                    <a:pt x="31" y="383"/>
                    <a:pt x="0" y="397"/>
                  </a:cubicBezTo>
                  <a:cubicBezTo>
                    <a:pt x="66" y="426"/>
                    <a:pt x="133" y="429"/>
                    <a:pt x="186" y="429"/>
                  </a:cubicBezTo>
                  <a:cubicBezTo>
                    <a:pt x="239" y="429"/>
                    <a:pt x="305" y="426"/>
                    <a:pt x="371" y="397"/>
                  </a:cubicBezTo>
                  <a:cubicBezTo>
                    <a:pt x="340" y="383"/>
                    <a:pt x="276" y="333"/>
                    <a:pt x="261" y="304"/>
                  </a:cubicBez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出自【趣你的PPT】(微信:qunideppt)：最优质的PPT资源库"/>
            <p:cNvSpPr>
              <a:spLocks/>
            </p:cNvSpPr>
            <p:nvPr/>
          </p:nvSpPr>
          <p:spPr bwMode="auto">
            <a:xfrm>
              <a:off x="1235075" y="6075363"/>
              <a:ext cx="111125" cy="509588"/>
            </a:xfrm>
            <a:custGeom>
              <a:avLst/>
              <a:gdLst>
                <a:gd name="T0" fmla="*/ 47 w 47"/>
                <a:gd name="T1" fmla="*/ 205 h 215"/>
                <a:gd name="T2" fmla="*/ 23 w 47"/>
                <a:gd name="T3" fmla="*/ 215 h 215"/>
                <a:gd name="T4" fmla="*/ 23 w 47"/>
                <a:gd name="T5" fmla="*/ 215 h 215"/>
                <a:gd name="T6" fmla="*/ 0 w 47"/>
                <a:gd name="T7" fmla="*/ 205 h 215"/>
                <a:gd name="T8" fmla="*/ 0 w 47"/>
                <a:gd name="T9" fmla="*/ 9 h 215"/>
                <a:gd name="T10" fmla="*/ 23 w 47"/>
                <a:gd name="T11" fmla="*/ 0 h 215"/>
                <a:gd name="T12" fmla="*/ 23 w 47"/>
                <a:gd name="T13" fmla="*/ 0 h 215"/>
                <a:gd name="T14" fmla="*/ 47 w 47"/>
                <a:gd name="T15" fmla="*/ 9 h 215"/>
                <a:gd name="T16" fmla="*/ 47 w 47"/>
                <a:gd name="T17" fmla="*/ 205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215">
                  <a:moveTo>
                    <a:pt x="47" y="205"/>
                  </a:moveTo>
                  <a:cubicBezTo>
                    <a:pt x="47" y="211"/>
                    <a:pt x="36" y="215"/>
                    <a:pt x="23" y="215"/>
                  </a:cubicBezTo>
                  <a:cubicBezTo>
                    <a:pt x="23" y="215"/>
                    <a:pt x="23" y="215"/>
                    <a:pt x="23" y="215"/>
                  </a:cubicBezTo>
                  <a:cubicBezTo>
                    <a:pt x="11" y="215"/>
                    <a:pt x="0" y="211"/>
                    <a:pt x="0" y="20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1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6" y="0"/>
                    <a:pt x="47" y="4"/>
                    <a:pt x="47" y="9"/>
                  </a:cubicBezTo>
                  <a:lnTo>
                    <a:pt x="47" y="205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85813" y="5159375"/>
              <a:ext cx="1008063" cy="1171575"/>
            </a:xfrm>
            <a:custGeom>
              <a:avLst/>
              <a:gdLst>
                <a:gd name="T0" fmla="*/ 300 w 427"/>
                <a:gd name="T1" fmla="*/ 351 h 495"/>
                <a:gd name="T2" fmla="*/ 407 w 427"/>
                <a:gd name="T3" fmla="*/ 332 h 495"/>
                <a:gd name="T4" fmla="*/ 284 w 427"/>
                <a:gd name="T5" fmla="*/ 239 h 495"/>
                <a:gd name="T6" fmla="*/ 377 w 427"/>
                <a:gd name="T7" fmla="*/ 212 h 495"/>
                <a:gd name="T8" fmla="*/ 269 w 427"/>
                <a:gd name="T9" fmla="*/ 139 h 495"/>
                <a:gd name="T10" fmla="*/ 313 w 427"/>
                <a:gd name="T11" fmla="*/ 120 h 495"/>
                <a:gd name="T12" fmla="*/ 215 w 427"/>
                <a:gd name="T13" fmla="*/ 0 h 495"/>
                <a:gd name="T14" fmla="*/ 102 w 427"/>
                <a:gd name="T15" fmla="*/ 119 h 495"/>
                <a:gd name="T16" fmla="*/ 157 w 427"/>
                <a:gd name="T17" fmla="*/ 140 h 495"/>
                <a:gd name="T18" fmla="*/ 50 w 427"/>
                <a:gd name="T19" fmla="*/ 212 h 495"/>
                <a:gd name="T20" fmla="*/ 143 w 427"/>
                <a:gd name="T21" fmla="*/ 239 h 495"/>
                <a:gd name="T22" fmla="*/ 20 w 427"/>
                <a:gd name="T23" fmla="*/ 332 h 495"/>
                <a:gd name="T24" fmla="*/ 127 w 427"/>
                <a:gd name="T25" fmla="*/ 351 h 495"/>
                <a:gd name="T26" fmla="*/ 0 w 427"/>
                <a:gd name="T27" fmla="*/ 458 h 495"/>
                <a:gd name="T28" fmla="*/ 214 w 427"/>
                <a:gd name="T29" fmla="*/ 495 h 495"/>
                <a:gd name="T30" fmla="*/ 427 w 427"/>
                <a:gd name="T31" fmla="*/ 458 h 495"/>
                <a:gd name="T32" fmla="*/ 300 w 427"/>
                <a:gd name="T33" fmla="*/ 351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7" h="495">
                  <a:moveTo>
                    <a:pt x="300" y="351"/>
                  </a:moveTo>
                  <a:cubicBezTo>
                    <a:pt x="333" y="352"/>
                    <a:pt x="382" y="348"/>
                    <a:pt x="407" y="332"/>
                  </a:cubicBezTo>
                  <a:cubicBezTo>
                    <a:pt x="360" y="314"/>
                    <a:pt x="309" y="271"/>
                    <a:pt x="284" y="239"/>
                  </a:cubicBezTo>
                  <a:cubicBezTo>
                    <a:pt x="324" y="234"/>
                    <a:pt x="344" y="234"/>
                    <a:pt x="377" y="212"/>
                  </a:cubicBezTo>
                  <a:cubicBezTo>
                    <a:pt x="333" y="203"/>
                    <a:pt x="286" y="162"/>
                    <a:pt x="269" y="139"/>
                  </a:cubicBezTo>
                  <a:cubicBezTo>
                    <a:pt x="292" y="132"/>
                    <a:pt x="293" y="131"/>
                    <a:pt x="313" y="120"/>
                  </a:cubicBezTo>
                  <a:cubicBezTo>
                    <a:pt x="261" y="90"/>
                    <a:pt x="225" y="39"/>
                    <a:pt x="215" y="0"/>
                  </a:cubicBezTo>
                  <a:cubicBezTo>
                    <a:pt x="194" y="62"/>
                    <a:pt x="161" y="97"/>
                    <a:pt x="102" y="119"/>
                  </a:cubicBezTo>
                  <a:cubicBezTo>
                    <a:pt x="121" y="131"/>
                    <a:pt x="137" y="136"/>
                    <a:pt x="157" y="140"/>
                  </a:cubicBezTo>
                  <a:cubicBezTo>
                    <a:pt x="140" y="164"/>
                    <a:pt x="94" y="203"/>
                    <a:pt x="50" y="212"/>
                  </a:cubicBezTo>
                  <a:cubicBezTo>
                    <a:pt x="82" y="234"/>
                    <a:pt x="103" y="234"/>
                    <a:pt x="143" y="239"/>
                  </a:cubicBezTo>
                  <a:cubicBezTo>
                    <a:pt x="118" y="271"/>
                    <a:pt x="67" y="314"/>
                    <a:pt x="20" y="332"/>
                  </a:cubicBezTo>
                  <a:cubicBezTo>
                    <a:pt x="45" y="348"/>
                    <a:pt x="94" y="352"/>
                    <a:pt x="127" y="351"/>
                  </a:cubicBezTo>
                  <a:cubicBezTo>
                    <a:pt x="110" y="385"/>
                    <a:pt x="35" y="442"/>
                    <a:pt x="0" y="458"/>
                  </a:cubicBezTo>
                  <a:cubicBezTo>
                    <a:pt x="76" y="491"/>
                    <a:pt x="153" y="495"/>
                    <a:pt x="214" y="495"/>
                  </a:cubicBezTo>
                  <a:cubicBezTo>
                    <a:pt x="276" y="495"/>
                    <a:pt x="351" y="491"/>
                    <a:pt x="427" y="458"/>
                  </a:cubicBezTo>
                  <a:cubicBezTo>
                    <a:pt x="392" y="442"/>
                    <a:pt x="317" y="385"/>
                    <a:pt x="300" y="351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2041525" y="6091238"/>
              <a:ext cx="85725" cy="395288"/>
            </a:xfrm>
            <a:custGeom>
              <a:avLst/>
              <a:gdLst>
                <a:gd name="T0" fmla="*/ 36 w 36"/>
                <a:gd name="T1" fmla="*/ 160 h 167"/>
                <a:gd name="T2" fmla="*/ 18 w 36"/>
                <a:gd name="T3" fmla="*/ 167 h 167"/>
                <a:gd name="T4" fmla="*/ 18 w 36"/>
                <a:gd name="T5" fmla="*/ 167 h 167"/>
                <a:gd name="T6" fmla="*/ 0 w 36"/>
                <a:gd name="T7" fmla="*/ 160 h 167"/>
                <a:gd name="T8" fmla="*/ 0 w 36"/>
                <a:gd name="T9" fmla="*/ 8 h 167"/>
                <a:gd name="T10" fmla="*/ 18 w 36"/>
                <a:gd name="T11" fmla="*/ 0 h 167"/>
                <a:gd name="T12" fmla="*/ 18 w 36"/>
                <a:gd name="T13" fmla="*/ 0 h 167"/>
                <a:gd name="T14" fmla="*/ 36 w 36"/>
                <a:gd name="T15" fmla="*/ 8 h 167"/>
                <a:gd name="T16" fmla="*/ 36 w 36"/>
                <a:gd name="T17" fmla="*/ 16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167">
                  <a:moveTo>
                    <a:pt x="36" y="160"/>
                  </a:moveTo>
                  <a:cubicBezTo>
                    <a:pt x="36" y="164"/>
                    <a:pt x="28" y="167"/>
                    <a:pt x="18" y="167"/>
                  </a:cubicBezTo>
                  <a:cubicBezTo>
                    <a:pt x="18" y="167"/>
                    <a:pt x="18" y="167"/>
                    <a:pt x="18" y="167"/>
                  </a:cubicBezTo>
                  <a:cubicBezTo>
                    <a:pt x="8" y="167"/>
                    <a:pt x="0" y="164"/>
                    <a:pt x="0" y="16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8" y="0"/>
                    <a:pt x="36" y="3"/>
                    <a:pt x="36" y="8"/>
                  </a:cubicBezTo>
                  <a:lnTo>
                    <a:pt x="36" y="160"/>
                  </a:lnTo>
                  <a:close/>
                </a:path>
              </a:pathLst>
            </a:custGeom>
            <a:solidFill>
              <a:srgbClr val="4F8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" name="出自【趣你的PPT】(微信:qunideppt)：最优质的PPT资源库"/>
            <p:cNvSpPr>
              <a:spLocks/>
            </p:cNvSpPr>
            <p:nvPr/>
          </p:nvSpPr>
          <p:spPr bwMode="auto">
            <a:xfrm>
              <a:off x="1692275" y="5383213"/>
              <a:ext cx="784225" cy="908050"/>
            </a:xfrm>
            <a:custGeom>
              <a:avLst/>
              <a:gdLst>
                <a:gd name="T0" fmla="*/ 233 w 332"/>
                <a:gd name="T1" fmla="*/ 272 h 383"/>
                <a:gd name="T2" fmla="*/ 316 w 332"/>
                <a:gd name="T3" fmla="*/ 257 h 383"/>
                <a:gd name="T4" fmla="*/ 220 w 332"/>
                <a:gd name="T5" fmla="*/ 185 h 383"/>
                <a:gd name="T6" fmla="*/ 292 w 332"/>
                <a:gd name="T7" fmla="*/ 164 h 383"/>
                <a:gd name="T8" fmla="*/ 209 w 332"/>
                <a:gd name="T9" fmla="*/ 107 h 383"/>
                <a:gd name="T10" fmla="*/ 243 w 332"/>
                <a:gd name="T11" fmla="*/ 93 h 383"/>
                <a:gd name="T12" fmla="*/ 167 w 332"/>
                <a:gd name="T13" fmla="*/ 0 h 383"/>
                <a:gd name="T14" fmla="*/ 80 w 332"/>
                <a:gd name="T15" fmla="*/ 92 h 383"/>
                <a:gd name="T16" fmla="*/ 122 w 332"/>
                <a:gd name="T17" fmla="*/ 108 h 383"/>
                <a:gd name="T18" fmla="*/ 40 w 332"/>
                <a:gd name="T19" fmla="*/ 164 h 383"/>
                <a:gd name="T20" fmla="*/ 112 w 332"/>
                <a:gd name="T21" fmla="*/ 185 h 383"/>
                <a:gd name="T22" fmla="*/ 16 w 332"/>
                <a:gd name="T23" fmla="*/ 257 h 383"/>
                <a:gd name="T24" fmla="*/ 99 w 332"/>
                <a:gd name="T25" fmla="*/ 272 h 383"/>
                <a:gd name="T26" fmla="*/ 0 w 332"/>
                <a:gd name="T27" fmla="*/ 354 h 383"/>
                <a:gd name="T28" fmla="*/ 167 w 332"/>
                <a:gd name="T29" fmla="*/ 383 h 383"/>
                <a:gd name="T30" fmla="*/ 332 w 332"/>
                <a:gd name="T31" fmla="*/ 354 h 383"/>
                <a:gd name="T32" fmla="*/ 233 w 332"/>
                <a:gd name="T33" fmla="*/ 272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2" h="383">
                  <a:moveTo>
                    <a:pt x="233" y="272"/>
                  </a:moveTo>
                  <a:cubicBezTo>
                    <a:pt x="258" y="272"/>
                    <a:pt x="297" y="270"/>
                    <a:pt x="316" y="257"/>
                  </a:cubicBezTo>
                  <a:cubicBezTo>
                    <a:pt x="279" y="243"/>
                    <a:pt x="240" y="210"/>
                    <a:pt x="220" y="185"/>
                  </a:cubicBezTo>
                  <a:cubicBezTo>
                    <a:pt x="252" y="181"/>
                    <a:pt x="267" y="181"/>
                    <a:pt x="292" y="164"/>
                  </a:cubicBezTo>
                  <a:cubicBezTo>
                    <a:pt x="258" y="158"/>
                    <a:pt x="222" y="126"/>
                    <a:pt x="209" y="107"/>
                  </a:cubicBezTo>
                  <a:cubicBezTo>
                    <a:pt x="226" y="102"/>
                    <a:pt x="227" y="101"/>
                    <a:pt x="243" y="93"/>
                  </a:cubicBezTo>
                  <a:cubicBezTo>
                    <a:pt x="202" y="70"/>
                    <a:pt x="175" y="30"/>
                    <a:pt x="167" y="0"/>
                  </a:cubicBezTo>
                  <a:cubicBezTo>
                    <a:pt x="151" y="48"/>
                    <a:pt x="126" y="75"/>
                    <a:pt x="80" y="92"/>
                  </a:cubicBezTo>
                  <a:cubicBezTo>
                    <a:pt x="94" y="101"/>
                    <a:pt x="107" y="105"/>
                    <a:pt x="122" y="108"/>
                  </a:cubicBezTo>
                  <a:cubicBezTo>
                    <a:pt x="109" y="127"/>
                    <a:pt x="74" y="158"/>
                    <a:pt x="40" y="164"/>
                  </a:cubicBezTo>
                  <a:cubicBezTo>
                    <a:pt x="65" y="181"/>
                    <a:pt x="80" y="181"/>
                    <a:pt x="112" y="185"/>
                  </a:cubicBezTo>
                  <a:cubicBezTo>
                    <a:pt x="92" y="210"/>
                    <a:pt x="53" y="243"/>
                    <a:pt x="16" y="257"/>
                  </a:cubicBezTo>
                  <a:cubicBezTo>
                    <a:pt x="35" y="270"/>
                    <a:pt x="73" y="272"/>
                    <a:pt x="99" y="272"/>
                  </a:cubicBezTo>
                  <a:cubicBezTo>
                    <a:pt x="86" y="298"/>
                    <a:pt x="28" y="342"/>
                    <a:pt x="0" y="354"/>
                  </a:cubicBezTo>
                  <a:cubicBezTo>
                    <a:pt x="59" y="380"/>
                    <a:pt x="119" y="383"/>
                    <a:pt x="167" y="383"/>
                  </a:cubicBezTo>
                  <a:cubicBezTo>
                    <a:pt x="214" y="383"/>
                    <a:pt x="273" y="380"/>
                    <a:pt x="332" y="354"/>
                  </a:cubicBezTo>
                  <a:cubicBezTo>
                    <a:pt x="304" y="342"/>
                    <a:pt x="246" y="298"/>
                    <a:pt x="233" y="272"/>
                  </a:cubicBezTo>
                  <a:close/>
                </a:path>
              </a:pathLst>
            </a:custGeom>
            <a:solidFill>
              <a:srgbClr val="4F8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2427288" y="6056313"/>
              <a:ext cx="111125" cy="514350"/>
            </a:xfrm>
            <a:custGeom>
              <a:avLst/>
              <a:gdLst>
                <a:gd name="T0" fmla="*/ 47 w 47"/>
                <a:gd name="T1" fmla="*/ 208 h 217"/>
                <a:gd name="T2" fmla="*/ 24 w 47"/>
                <a:gd name="T3" fmla="*/ 217 h 217"/>
                <a:gd name="T4" fmla="*/ 24 w 47"/>
                <a:gd name="T5" fmla="*/ 217 h 217"/>
                <a:gd name="T6" fmla="*/ 0 w 47"/>
                <a:gd name="T7" fmla="*/ 208 h 217"/>
                <a:gd name="T8" fmla="*/ 0 w 47"/>
                <a:gd name="T9" fmla="*/ 9 h 217"/>
                <a:gd name="T10" fmla="*/ 24 w 47"/>
                <a:gd name="T11" fmla="*/ 0 h 217"/>
                <a:gd name="T12" fmla="*/ 24 w 47"/>
                <a:gd name="T13" fmla="*/ 0 h 217"/>
                <a:gd name="T14" fmla="*/ 47 w 47"/>
                <a:gd name="T15" fmla="*/ 9 h 217"/>
                <a:gd name="T16" fmla="*/ 47 w 47"/>
                <a:gd name="T17" fmla="*/ 208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217">
                  <a:moveTo>
                    <a:pt x="47" y="208"/>
                  </a:moveTo>
                  <a:cubicBezTo>
                    <a:pt x="47" y="213"/>
                    <a:pt x="37" y="217"/>
                    <a:pt x="24" y="217"/>
                  </a:cubicBezTo>
                  <a:cubicBezTo>
                    <a:pt x="24" y="217"/>
                    <a:pt x="24" y="217"/>
                    <a:pt x="24" y="217"/>
                  </a:cubicBezTo>
                  <a:cubicBezTo>
                    <a:pt x="11" y="217"/>
                    <a:pt x="0" y="213"/>
                    <a:pt x="0" y="20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1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7" y="0"/>
                    <a:pt x="47" y="4"/>
                    <a:pt x="47" y="9"/>
                  </a:cubicBezTo>
                  <a:lnTo>
                    <a:pt x="47" y="208"/>
                  </a:ln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1973263" y="5132388"/>
              <a:ext cx="1020763" cy="1184275"/>
            </a:xfrm>
            <a:custGeom>
              <a:avLst/>
              <a:gdLst>
                <a:gd name="T0" fmla="*/ 304 w 432"/>
                <a:gd name="T1" fmla="*/ 354 h 500"/>
                <a:gd name="T2" fmla="*/ 411 w 432"/>
                <a:gd name="T3" fmla="*/ 335 h 500"/>
                <a:gd name="T4" fmla="*/ 287 w 432"/>
                <a:gd name="T5" fmla="*/ 241 h 500"/>
                <a:gd name="T6" fmla="*/ 381 w 432"/>
                <a:gd name="T7" fmla="*/ 213 h 500"/>
                <a:gd name="T8" fmla="*/ 272 w 432"/>
                <a:gd name="T9" fmla="*/ 139 h 500"/>
                <a:gd name="T10" fmla="*/ 316 w 432"/>
                <a:gd name="T11" fmla="*/ 120 h 500"/>
                <a:gd name="T12" fmla="*/ 217 w 432"/>
                <a:gd name="T13" fmla="*/ 0 h 500"/>
                <a:gd name="T14" fmla="*/ 104 w 432"/>
                <a:gd name="T15" fmla="*/ 119 h 500"/>
                <a:gd name="T16" fmla="*/ 159 w 432"/>
                <a:gd name="T17" fmla="*/ 141 h 500"/>
                <a:gd name="T18" fmla="*/ 51 w 432"/>
                <a:gd name="T19" fmla="*/ 213 h 500"/>
                <a:gd name="T20" fmla="*/ 145 w 432"/>
                <a:gd name="T21" fmla="*/ 241 h 500"/>
                <a:gd name="T22" fmla="*/ 20 w 432"/>
                <a:gd name="T23" fmla="*/ 335 h 500"/>
                <a:gd name="T24" fmla="*/ 128 w 432"/>
                <a:gd name="T25" fmla="*/ 354 h 500"/>
                <a:gd name="T26" fmla="*/ 0 w 432"/>
                <a:gd name="T27" fmla="*/ 461 h 500"/>
                <a:gd name="T28" fmla="*/ 217 w 432"/>
                <a:gd name="T29" fmla="*/ 500 h 500"/>
                <a:gd name="T30" fmla="*/ 432 w 432"/>
                <a:gd name="T31" fmla="*/ 461 h 500"/>
                <a:gd name="T32" fmla="*/ 304 w 432"/>
                <a:gd name="T33" fmla="*/ 354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2" h="500">
                  <a:moveTo>
                    <a:pt x="304" y="354"/>
                  </a:moveTo>
                  <a:cubicBezTo>
                    <a:pt x="337" y="355"/>
                    <a:pt x="386" y="351"/>
                    <a:pt x="411" y="335"/>
                  </a:cubicBezTo>
                  <a:cubicBezTo>
                    <a:pt x="364" y="316"/>
                    <a:pt x="312" y="273"/>
                    <a:pt x="287" y="241"/>
                  </a:cubicBezTo>
                  <a:cubicBezTo>
                    <a:pt x="328" y="236"/>
                    <a:pt x="348" y="236"/>
                    <a:pt x="381" y="213"/>
                  </a:cubicBezTo>
                  <a:cubicBezTo>
                    <a:pt x="336" y="205"/>
                    <a:pt x="289" y="163"/>
                    <a:pt x="272" y="139"/>
                  </a:cubicBezTo>
                  <a:cubicBezTo>
                    <a:pt x="295" y="133"/>
                    <a:pt x="296" y="131"/>
                    <a:pt x="316" y="120"/>
                  </a:cubicBezTo>
                  <a:cubicBezTo>
                    <a:pt x="264" y="91"/>
                    <a:pt x="227" y="39"/>
                    <a:pt x="217" y="0"/>
                  </a:cubicBezTo>
                  <a:cubicBezTo>
                    <a:pt x="196" y="62"/>
                    <a:pt x="163" y="97"/>
                    <a:pt x="104" y="119"/>
                  </a:cubicBezTo>
                  <a:cubicBezTo>
                    <a:pt x="123" y="131"/>
                    <a:pt x="139" y="137"/>
                    <a:pt x="159" y="141"/>
                  </a:cubicBezTo>
                  <a:cubicBezTo>
                    <a:pt x="142" y="165"/>
                    <a:pt x="96" y="205"/>
                    <a:pt x="51" y="213"/>
                  </a:cubicBezTo>
                  <a:cubicBezTo>
                    <a:pt x="84" y="236"/>
                    <a:pt x="104" y="236"/>
                    <a:pt x="145" y="241"/>
                  </a:cubicBezTo>
                  <a:cubicBezTo>
                    <a:pt x="120" y="273"/>
                    <a:pt x="68" y="316"/>
                    <a:pt x="20" y="335"/>
                  </a:cubicBezTo>
                  <a:cubicBezTo>
                    <a:pt x="45" y="351"/>
                    <a:pt x="95" y="355"/>
                    <a:pt x="128" y="354"/>
                  </a:cubicBezTo>
                  <a:cubicBezTo>
                    <a:pt x="111" y="388"/>
                    <a:pt x="36" y="446"/>
                    <a:pt x="0" y="461"/>
                  </a:cubicBezTo>
                  <a:cubicBezTo>
                    <a:pt x="77" y="496"/>
                    <a:pt x="155" y="500"/>
                    <a:pt x="217" y="500"/>
                  </a:cubicBezTo>
                  <a:cubicBezTo>
                    <a:pt x="279" y="500"/>
                    <a:pt x="355" y="496"/>
                    <a:pt x="432" y="461"/>
                  </a:cubicBezTo>
                  <a:cubicBezTo>
                    <a:pt x="396" y="446"/>
                    <a:pt x="321" y="388"/>
                    <a:pt x="304" y="354"/>
                  </a:cubicBez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3373438" y="6137275"/>
              <a:ext cx="96838" cy="439738"/>
            </a:xfrm>
            <a:custGeom>
              <a:avLst/>
              <a:gdLst>
                <a:gd name="T0" fmla="*/ 41 w 41"/>
                <a:gd name="T1" fmla="*/ 178 h 186"/>
                <a:gd name="T2" fmla="*/ 21 w 41"/>
                <a:gd name="T3" fmla="*/ 186 h 186"/>
                <a:gd name="T4" fmla="*/ 21 w 41"/>
                <a:gd name="T5" fmla="*/ 186 h 186"/>
                <a:gd name="T6" fmla="*/ 0 w 41"/>
                <a:gd name="T7" fmla="*/ 178 h 186"/>
                <a:gd name="T8" fmla="*/ 0 w 41"/>
                <a:gd name="T9" fmla="*/ 8 h 186"/>
                <a:gd name="T10" fmla="*/ 21 w 41"/>
                <a:gd name="T11" fmla="*/ 0 h 186"/>
                <a:gd name="T12" fmla="*/ 21 w 41"/>
                <a:gd name="T13" fmla="*/ 0 h 186"/>
                <a:gd name="T14" fmla="*/ 41 w 41"/>
                <a:gd name="T15" fmla="*/ 8 h 186"/>
                <a:gd name="T16" fmla="*/ 41 w 41"/>
                <a:gd name="T17" fmla="*/ 178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186">
                  <a:moveTo>
                    <a:pt x="41" y="178"/>
                  </a:moveTo>
                  <a:cubicBezTo>
                    <a:pt x="41" y="183"/>
                    <a:pt x="32" y="186"/>
                    <a:pt x="21" y="186"/>
                  </a:cubicBezTo>
                  <a:cubicBezTo>
                    <a:pt x="21" y="186"/>
                    <a:pt x="21" y="186"/>
                    <a:pt x="21" y="186"/>
                  </a:cubicBezTo>
                  <a:cubicBezTo>
                    <a:pt x="9" y="186"/>
                    <a:pt x="0" y="183"/>
                    <a:pt x="0" y="17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9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32" y="0"/>
                    <a:pt x="41" y="3"/>
                    <a:pt x="41" y="8"/>
                  </a:cubicBezTo>
                  <a:lnTo>
                    <a:pt x="41" y="178"/>
                  </a:ln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" name="出自【趣你的PPT】(微信:qunideppt)：最优质的PPT资源库"/>
            <p:cNvSpPr>
              <a:spLocks/>
            </p:cNvSpPr>
            <p:nvPr/>
          </p:nvSpPr>
          <p:spPr bwMode="auto">
            <a:xfrm>
              <a:off x="2984500" y="5346700"/>
              <a:ext cx="876300" cy="1012825"/>
            </a:xfrm>
            <a:custGeom>
              <a:avLst/>
              <a:gdLst>
                <a:gd name="T0" fmla="*/ 261 w 371"/>
                <a:gd name="T1" fmla="*/ 303 h 428"/>
                <a:gd name="T2" fmla="*/ 353 w 371"/>
                <a:gd name="T3" fmla="*/ 287 h 428"/>
                <a:gd name="T4" fmla="*/ 246 w 371"/>
                <a:gd name="T5" fmla="*/ 206 h 428"/>
                <a:gd name="T6" fmla="*/ 327 w 371"/>
                <a:gd name="T7" fmla="*/ 183 h 428"/>
                <a:gd name="T8" fmla="*/ 233 w 371"/>
                <a:gd name="T9" fmla="*/ 119 h 428"/>
                <a:gd name="T10" fmla="*/ 272 w 371"/>
                <a:gd name="T11" fmla="*/ 103 h 428"/>
                <a:gd name="T12" fmla="*/ 187 w 371"/>
                <a:gd name="T13" fmla="*/ 0 h 428"/>
                <a:gd name="T14" fmla="*/ 89 w 371"/>
                <a:gd name="T15" fmla="*/ 102 h 428"/>
                <a:gd name="T16" fmla="*/ 137 w 371"/>
                <a:gd name="T17" fmla="*/ 120 h 428"/>
                <a:gd name="T18" fmla="*/ 44 w 371"/>
                <a:gd name="T19" fmla="*/ 183 h 428"/>
                <a:gd name="T20" fmla="*/ 125 w 371"/>
                <a:gd name="T21" fmla="*/ 206 h 428"/>
                <a:gd name="T22" fmla="*/ 18 w 371"/>
                <a:gd name="T23" fmla="*/ 287 h 428"/>
                <a:gd name="T24" fmla="*/ 110 w 371"/>
                <a:gd name="T25" fmla="*/ 303 h 428"/>
                <a:gd name="T26" fmla="*/ 0 w 371"/>
                <a:gd name="T27" fmla="*/ 395 h 428"/>
                <a:gd name="T28" fmla="*/ 186 w 371"/>
                <a:gd name="T29" fmla="*/ 428 h 428"/>
                <a:gd name="T30" fmla="*/ 371 w 371"/>
                <a:gd name="T31" fmla="*/ 395 h 428"/>
                <a:gd name="T32" fmla="*/ 261 w 371"/>
                <a:gd name="T33" fmla="*/ 303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1" h="428">
                  <a:moveTo>
                    <a:pt x="261" y="303"/>
                  </a:moveTo>
                  <a:cubicBezTo>
                    <a:pt x="289" y="304"/>
                    <a:pt x="332" y="301"/>
                    <a:pt x="353" y="287"/>
                  </a:cubicBezTo>
                  <a:cubicBezTo>
                    <a:pt x="312" y="271"/>
                    <a:pt x="268" y="234"/>
                    <a:pt x="246" y="206"/>
                  </a:cubicBezTo>
                  <a:cubicBezTo>
                    <a:pt x="281" y="202"/>
                    <a:pt x="299" y="202"/>
                    <a:pt x="327" y="183"/>
                  </a:cubicBezTo>
                  <a:cubicBezTo>
                    <a:pt x="289" y="175"/>
                    <a:pt x="248" y="140"/>
                    <a:pt x="233" y="119"/>
                  </a:cubicBezTo>
                  <a:cubicBezTo>
                    <a:pt x="253" y="113"/>
                    <a:pt x="254" y="112"/>
                    <a:pt x="272" y="103"/>
                  </a:cubicBezTo>
                  <a:cubicBezTo>
                    <a:pt x="226" y="77"/>
                    <a:pt x="195" y="33"/>
                    <a:pt x="187" y="0"/>
                  </a:cubicBezTo>
                  <a:cubicBezTo>
                    <a:pt x="168" y="53"/>
                    <a:pt x="140" y="83"/>
                    <a:pt x="89" y="102"/>
                  </a:cubicBezTo>
                  <a:cubicBezTo>
                    <a:pt x="106" y="112"/>
                    <a:pt x="119" y="117"/>
                    <a:pt x="137" y="120"/>
                  </a:cubicBezTo>
                  <a:cubicBezTo>
                    <a:pt x="122" y="141"/>
                    <a:pt x="82" y="175"/>
                    <a:pt x="44" y="183"/>
                  </a:cubicBezTo>
                  <a:cubicBezTo>
                    <a:pt x="72" y="202"/>
                    <a:pt x="90" y="202"/>
                    <a:pt x="125" y="206"/>
                  </a:cubicBezTo>
                  <a:cubicBezTo>
                    <a:pt x="103" y="234"/>
                    <a:pt x="59" y="271"/>
                    <a:pt x="18" y="287"/>
                  </a:cubicBezTo>
                  <a:cubicBezTo>
                    <a:pt x="39" y="301"/>
                    <a:pt x="82" y="304"/>
                    <a:pt x="110" y="303"/>
                  </a:cubicBezTo>
                  <a:cubicBezTo>
                    <a:pt x="96" y="332"/>
                    <a:pt x="31" y="382"/>
                    <a:pt x="0" y="395"/>
                  </a:cubicBezTo>
                  <a:cubicBezTo>
                    <a:pt x="66" y="425"/>
                    <a:pt x="133" y="428"/>
                    <a:pt x="186" y="428"/>
                  </a:cubicBezTo>
                  <a:cubicBezTo>
                    <a:pt x="239" y="428"/>
                    <a:pt x="305" y="425"/>
                    <a:pt x="371" y="395"/>
                  </a:cubicBezTo>
                  <a:cubicBezTo>
                    <a:pt x="340" y="382"/>
                    <a:pt x="275" y="332"/>
                    <a:pt x="261" y="303"/>
                  </a:cubicBez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2936875" y="6122988"/>
              <a:ext cx="101600" cy="471488"/>
            </a:xfrm>
            <a:custGeom>
              <a:avLst/>
              <a:gdLst>
                <a:gd name="T0" fmla="*/ 43 w 43"/>
                <a:gd name="T1" fmla="*/ 190 h 199"/>
                <a:gd name="T2" fmla="*/ 22 w 43"/>
                <a:gd name="T3" fmla="*/ 199 h 199"/>
                <a:gd name="T4" fmla="*/ 22 w 43"/>
                <a:gd name="T5" fmla="*/ 199 h 199"/>
                <a:gd name="T6" fmla="*/ 0 w 43"/>
                <a:gd name="T7" fmla="*/ 190 h 199"/>
                <a:gd name="T8" fmla="*/ 0 w 43"/>
                <a:gd name="T9" fmla="*/ 9 h 199"/>
                <a:gd name="T10" fmla="*/ 22 w 43"/>
                <a:gd name="T11" fmla="*/ 0 h 199"/>
                <a:gd name="T12" fmla="*/ 22 w 43"/>
                <a:gd name="T13" fmla="*/ 0 h 199"/>
                <a:gd name="T14" fmla="*/ 43 w 43"/>
                <a:gd name="T15" fmla="*/ 9 h 199"/>
                <a:gd name="T16" fmla="*/ 43 w 43"/>
                <a:gd name="T17" fmla="*/ 19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199">
                  <a:moveTo>
                    <a:pt x="43" y="190"/>
                  </a:moveTo>
                  <a:cubicBezTo>
                    <a:pt x="43" y="195"/>
                    <a:pt x="34" y="199"/>
                    <a:pt x="22" y="199"/>
                  </a:cubicBezTo>
                  <a:cubicBezTo>
                    <a:pt x="22" y="199"/>
                    <a:pt x="22" y="199"/>
                    <a:pt x="22" y="199"/>
                  </a:cubicBezTo>
                  <a:cubicBezTo>
                    <a:pt x="10" y="199"/>
                    <a:pt x="0" y="195"/>
                    <a:pt x="0" y="19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34" y="0"/>
                    <a:pt x="43" y="4"/>
                    <a:pt x="43" y="9"/>
                  </a:cubicBezTo>
                  <a:lnTo>
                    <a:pt x="43" y="190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" name="出自【趣你的PPT】(微信:qunideppt)：最优质的PPT资源库"/>
            <p:cNvSpPr>
              <a:spLocks/>
            </p:cNvSpPr>
            <p:nvPr/>
          </p:nvSpPr>
          <p:spPr bwMode="auto">
            <a:xfrm>
              <a:off x="2520950" y="5276850"/>
              <a:ext cx="933450" cy="1084263"/>
            </a:xfrm>
            <a:custGeom>
              <a:avLst/>
              <a:gdLst>
                <a:gd name="T0" fmla="*/ 278 w 395"/>
                <a:gd name="T1" fmla="*/ 324 h 458"/>
                <a:gd name="T2" fmla="*/ 377 w 395"/>
                <a:gd name="T3" fmla="*/ 307 h 458"/>
                <a:gd name="T4" fmla="*/ 262 w 395"/>
                <a:gd name="T5" fmla="*/ 221 h 458"/>
                <a:gd name="T6" fmla="*/ 348 w 395"/>
                <a:gd name="T7" fmla="*/ 196 h 458"/>
                <a:gd name="T8" fmla="*/ 249 w 395"/>
                <a:gd name="T9" fmla="*/ 128 h 458"/>
                <a:gd name="T10" fmla="*/ 290 w 395"/>
                <a:gd name="T11" fmla="*/ 111 h 458"/>
                <a:gd name="T12" fmla="*/ 199 w 395"/>
                <a:gd name="T13" fmla="*/ 0 h 458"/>
                <a:gd name="T14" fmla="*/ 95 w 395"/>
                <a:gd name="T15" fmla="*/ 109 h 458"/>
                <a:gd name="T16" fmla="*/ 146 w 395"/>
                <a:gd name="T17" fmla="*/ 129 h 458"/>
                <a:gd name="T18" fmla="*/ 47 w 395"/>
                <a:gd name="T19" fmla="*/ 196 h 458"/>
                <a:gd name="T20" fmla="*/ 133 w 395"/>
                <a:gd name="T21" fmla="*/ 221 h 458"/>
                <a:gd name="T22" fmla="*/ 19 w 395"/>
                <a:gd name="T23" fmla="*/ 307 h 458"/>
                <a:gd name="T24" fmla="*/ 117 w 395"/>
                <a:gd name="T25" fmla="*/ 324 h 458"/>
                <a:gd name="T26" fmla="*/ 0 w 395"/>
                <a:gd name="T27" fmla="*/ 423 h 458"/>
                <a:gd name="T28" fmla="*/ 198 w 395"/>
                <a:gd name="T29" fmla="*/ 458 h 458"/>
                <a:gd name="T30" fmla="*/ 395 w 395"/>
                <a:gd name="T31" fmla="*/ 423 h 458"/>
                <a:gd name="T32" fmla="*/ 278 w 395"/>
                <a:gd name="T33" fmla="*/ 324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5" h="458">
                  <a:moveTo>
                    <a:pt x="278" y="324"/>
                  </a:moveTo>
                  <a:cubicBezTo>
                    <a:pt x="308" y="325"/>
                    <a:pt x="354" y="322"/>
                    <a:pt x="377" y="307"/>
                  </a:cubicBezTo>
                  <a:cubicBezTo>
                    <a:pt x="333" y="290"/>
                    <a:pt x="285" y="251"/>
                    <a:pt x="262" y="221"/>
                  </a:cubicBezTo>
                  <a:cubicBezTo>
                    <a:pt x="300" y="216"/>
                    <a:pt x="319" y="216"/>
                    <a:pt x="348" y="196"/>
                  </a:cubicBezTo>
                  <a:cubicBezTo>
                    <a:pt x="308" y="188"/>
                    <a:pt x="264" y="150"/>
                    <a:pt x="249" y="128"/>
                  </a:cubicBezTo>
                  <a:cubicBezTo>
                    <a:pt x="270" y="122"/>
                    <a:pt x="271" y="121"/>
                    <a:pt x="290" y="111"/>
                  </a:cubicBezTo>
                  <a:cubicBezTo>
                    <a:pt x="241" y="83"/>
                    <a:pt x="208" y="36"/>
                    <a:pt x="199" y="0"/>
                  </a:cubicBezTo>
                  <a:cubicBezTo>
                    <a:pt x="179" y="57"/>
                    <a:pt x="149" y="90"/>
                    <a:pt x="95" y="109"/>
                  </a:cubicBezTo>
                  <a:cubicBezTo>
                    <a:pt x="112" y="121"/>
                    <a:pt x="127" y="126"/>
                    <a:pt x="146" y="129"/>
                  </a:cubicBezTo>
                  <a:cubicBezTo>
                    <a:pt x="130" y="151"/>
                    <a:pt x="88" y="188"/>
                    <a:pt x="47" y="196"/>
                  </a:cubicBezTo>
                  <a:cubicBezTo>
                    <a:pt x="77" y="216"/>
                    <a:pt x="95" y="216"/>
                    <a:pt x="133" y="221"/>
                  </a:cubicBezTo>
                  <a:cubicBezTo>
                    <a:pt x="110" y="251"/>
                    <a:pt x="62" y="290"/>
                    <a:pt x="19" y="307"/>
                  </a:cubicBezTo>
                  <a:cubicBezTo>
                    <a:pt x="42" y="322"/>
                    <a:pt x="87" y="325"/>
                    <a:pt x="117" y="324"/>
                  </a:cubicBezTo>
                  <a:cubicBezTo>
                    <a:pt x="102" y="355"/>
                    <a:pt x="33" y="409"/>
                    <a:pt x="0" y="423"/>
                  </a:cubicBezTo>
                  <a:cubicBezTo>
                    <a:pt x="70" y="454"/>
                    <a:pt x="142" y="458"/>
                    <a:pt x="198" y="458"/>
                  </a:cubicBezTo>
                  <a:cubicBezTo>
                    <a:pt x="255" y="458"/>
                    <a:pt x="325" y="454"/>
                    <a:pt x="395" y="423"/>
                  </a:cubicBezTo>
                  <a:cubicBezTo>
                    <a:pt x="362" y="409"/>
                    <a:pt x="294" y="355"/>
                    <a:pt x="278" y="324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" name="出自【趣你的PPT】(微信:qunideppt)：最优质的PPT资源库"/>
            <p:cNvSpPr>
              <a:spLocks/>
            </p:cNvSpPr>
            <p:nvPr/>
          </p:nvSpPr>
          <p:spPr bwMode="auto">
            <a:xfrm>
              <a:off x="3814763" y="6056313"/>
              <a:ext cx="111125" cy="514350"/>
            </a:xfrm>
            <a:custGeom>
              <a:avLst/>
              <a:gdLst>
                <a:gd name="T0" fmla="*/ 47 w 47"/>
                <a:gd name="T1" fmla="*/ 208 h 217"/>
                <a:gd name="T2" fmla="*/ 24 w 47"/>
                <a:gd name="T3" fmla="*/ 217 h 217"/>
                <a:gd name="T4" fmla="*/ 24 w 47"/>
                <a:gd name="T5" fmla="*/ 217 h 217"/>
                <a:gd name="T6" fmla="*/ 0 w 47"/>
                <a:gd name="T7" fmla="*/ 208 h 217"/>
                <a:gd name="T8" fmla="*/ 0 w 47"/>
                <a:gd name="T9" fmla="*/ 9 h 217"/>
                <a:gd name="T10" fmla="*/ 24 w 47"/>
                <a:gd name="T11" fmla="*/ 0 h 217"/>
                <a:gd name="T12" fmla="*/ 24 w 47"/>
                <a:gd name="T13" fmla="*/ 0 h 217"/>
                <a:gd name="T14" fmla="*/ 47 w 47"/>
                <a:gd name="T15" fmla="*/ 9 h 217"/>
                <a:gd name="T16" fmla="*/ 47 w 47"/>
                <a:gd name="T17" fmla="*/ 208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217">
                  <a:moveTo>
                    <a:pt x="47" y="208"/>
                  </a:moveTo>
                  <a:cubicBezTo>
                    <a:pt x="47" y="213"/>
                    <a:pt x="37" y="217"/>
                    <a:pt x="24" y="217"/>
                  </a:cubicBezTo>
                  <a:cubicBezTo>
                    <a:pt x="24" y="217"/>
                    <a:pt x="24" y="217"/>
                    <a:pt x="24" y="217"/>
                  </a:cubicBezTo>
                  <a:cubicBezTo>
                    <a:pt x="11" y="217"/>
                    <a:pt x="0" y="213"/>
                    <a:pt x="0" y="20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1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7" y="0"/>
                    <a:pt x="47" y="4"/>
                    <a:pt x="47" y="9"/>
                  </a:cubicBezTo>
                  <a:lnTo>
                    <a:pt x="47" y="208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3" name="出自【趣你的PPT】(微信:qunideppt)：最优质的PPT资源库"/>
            <p:cNvSpPr>
              <a:spLocks/>
            </p:cNvSpPr>
            <p:nvPr/>
          </p:nvSpPr>
          <p:spPr bwMode="auto">
            <a:xfrm>
              <a:off x="3362325" y="5132388"/>
              <a:ext cx="1019175" cy="1184275"/>
            </a:xfrm>
            <a:custGeom>
              <a:avLst/>
              <a:gdLst>
                <a:gd name="T0" fmla="*/ 304 w 432"/>
                <a:gd name="T1" fmla="*/ 354 h 500"/>
                <a:gd name="T2" fmla="*/ 412 w 432"/>
                <a:gd name="T3" fmla="*/ 335 h 500"/>
                <a:gd name="T4" fmla="*/ 287 w 432"/>
                <a:gd name="T5" fmla="*/ 241 h 500"/>
                <a:gd name="T6" fmla="*/ 381 w 432"/>
                <a:gd name="T7" fmla="*/ 213 h 500"/>
                <a:gd name="T8" fmla="*/ 272 w 432"/>
                <a:gd name="T9" fmla="*/ 139 h 500"/>
                <a:gd name="T10" fmla="*/ 316 w 432"/>
                <a:gd name="T11" fmla="*/ 120 h 500"/>
                <a:gd name="T12" fmla="*/ 217 w 432"/>
                <a:gd name="T13" fmla="*/ 0 h 500"/>
                <a:gd name="T14" fmla="*/ 104 w 432"/>
                <a:gd name="T15" fmla="*/ 119 h 500"/>
                <a:gd name="T16" fmla="*/ 159 w 432"/>
                <a:gd name="T17" fmla="*/ 141 h 500"/>
                <a:gd name="T18" fmla="*/ 51 w 432"/>
                <a:gd name="T19" fmla="*/ 213 h 500"/>
                <a:gd name="T20" fmla="*/ 145 w 432"/>
                <a:gd name="T21" fmla="*/ 241 h 500"/>
                <a:gd name="T22" fmla="*/ 20 w 432"/>
                <a:gd name="T23" fmla="*/ 335 h 500"/>
                <a:gd name="T24" fmla="*/ 128 w 432"/>
                <a:gd name="T25" fmla="*/ 354 h 500"/>
                <a:gd name="T26" fmla="*/ 0 w 432"/>
                <a:gd name="T27" fmla="*/ 461 h 500"/>
                <a:gd name="T28" fmla="*/ 217 w 432"/>
                <a:gd name="T29" fmla="*/ 500 h 500"/>
                <a:gd name="T30" fmla="*/ 432 w 432"/>
                <a:gd name="T31" fmla="*/ 461 h 500"/>
                <a:gd name="T32" fmla="*/ 304 w 432"/>
                <a:gd name="T33" fmla="*/ 354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2" h="500">
                  <a:moveTo>
                    <a:pt x="304" y="354"/>
                  </a:moveTo>
                  <a:cubicBezTo>
                    <a:pt x="337" y="355"/>
                    <a:pt x="386" y="351"/>
                    <a:pt x="412" y="335"/>
                  </a:cubicBezTo>
                  <a:cubicBezTo>
                    <a:pt x="364" y="316"/>
                    <a:pt x="312" y="273"/>
                    <a:pt x="287" y="241"/>
                  </a:cubicBezTo>
                  <a:cubicBezTo>
                    <a:pt x="328" y="236"/>
                    <a:pt x="348" y="236"/>
                    <a:pt x="381" y="213"/>
                  </a:cubicBezTo>
                  <a:cubicBezTo>
                    <a:pt x="336" y="205"/>
                    <a:pt x="289" y="163"/>
                    <a:pt x="272" y="139"/>
                  </a:cubicBezTo>
                  <a:cubicBezTo>
                    <a:pt x="295" y="133"/>
                    <a:pt x="296" y="131"/>
                    <a:pt x="316" y="120"/>
                  </a:cubicBezTo>
                  <a:cubicBezTo>
                    <a:pt x="264" y="91"/>
                    <a:pt x="227" y="39"/>
                    <a:pt x="217" y="0"/>
                  </a:cubicBezTo>
                  <a:cubicBezTo>
                    <a:pt x="196" y="62"/>
                    <a:pt x="163" y="97"/>
                    <a:pt x="104" y="119"/>
                  </a:cubicBezTo>
                  <a:cubicBezTo>
                    <a:pt x="123" y="131"/>
                    <a:pt x="139" y="137"/>
                    <a:pt x="159" y="141"/>
                  </a:cubicBezTo>
                  <a:cubicBezTo>
                    <a:pt x="142" y="165"/>
                    <a:pt x="96" y="205"/>
                    <a:pt x="51" y="213"/>
                  </a:cubicBezTo>
                  <a:cubicBezTo>
                    <a:pt x="84" y="236"/>
                    <a:pt x="104" y="236"/>
                    <a:pt x="145" y="241"/>
                  </a:cubicBezTo>
                  <a:cubicBezTo>
                    <a:pt x="120" y="273"/>
                    <a:pt x="68" y="316"/>
                    <a:pt x="20" y="335"/>
                  </a:cubicBezTo>
                  <a:cubicBezTo>
                    <a:pt x="45" y="351"/>
                    <a:pt x="95" y="355"/>
                    <a:pt x="128" y="354"/>
                  </a:cubicBezTo>
                  <a:cubicBezTo>
                    <a:pt x="111" y="388"/>
                    <a:pt x="36" y="446"/>
                    <a:pt x="0" y="461"/>
                  </a:cubicBezTo>
                  <a:cubicBezTo>
                    <a:pt x="77" y="496"/>
                    <a:pt x="155" y="500"/>
                    <a:pt x="217" y="500"/>
                  </a:cubicBezTo>
                  <a:cubicBezTo>
                    <a:pt x="279" y="500"/>
                    <a:pt x="355" y="496"/>
                    <a:pt x="432" y="461"/>
                  </a:cubicBezTo>
                  <a:cubicBezTo>
                    <a:pt x="396" y="446"/>
                    <a:pt x="321" y="388"/>
                    <a:pt x="304" y="354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4360863" y="6137275"/>
              <a:ext cx="93663" cy="439738"/>
            </a:xfrm>
            <a:custGeom>
              <a:avLst/>
              <a:gdLst>
                <a:gd name="T0" fmla="*/ 40 w 40"/>
                <a:gd name="T1" fmla="*/ 178 h 186"/>
                <a:gd name="T2" fmla="*/ 20 w 40"/>
                <a:gd name="T3" fmla="*/ 186 h 186"/>
                <a:gd name="T4" fmla="*/ 20 w 40"/>
                <a:gd name="T5" fmla="*/ 186 h 186"/>
                <a:gd name="T6" fmla="*/ 0 w 40"/>
                <a:gd name="T7" fmla="*/ 178 h 186"/>
                <a:gd name="T8" fmla="*/ 0 w 40"/>
                <a:gd name="T9" fmla="*/ 8 h 186"/>
                <a:gd name="T10" fmla="*/ 20 w 40"/>
                <a:gd name="T11" fmla="*/ 0 h 186"/>
                <a:gd name="T12" fmla="*/ 20 w 40"/>
                <a:gd name="T13" fmla="*/ 0 h 186"/>
                <a:gd name="T14" fmla="*/ 40 w 40"/>
                <a:gd name="T15" fmla="*/ 8 h 186"/>
                <a:gd name="T16" fmla="*/ 40 w 40"/>
                <a:gd name="T17" fmla="*/ 178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186">
                  <a:moveTo>
                    <a:pt x="40" y="178"/>
                  </a:moveTo>
                  <a:cubicBezTo>
                    <a:pt x="40" y="183"/>
                    <a:pt x="31" y="186"/>
                    <a:pt x="20" y="186"/>
                  </a:cubicBezTo>
                  <a:cubicBezTo>
                    <a:pt x="20" y="186"/>
                    <a:pt x="20" y="186"/>
                    <a:pt x="20" y="186"/>
                  </a:cubicBezTo>
                  <a:cubicBezTo>
                    <a:pt x="9" y="186"/>
                    <a:pt x="0" y="183"/>
                    <a:pt x="0" y="17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9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1" y="0"/>
                    <a:pt x="40" y="3"/>
                    <a:pt x="40" y="8"/>
                  </a:cubicBezTo>
                  <a:lnTo>
                    <a:pt x="40" y="178"/>
                  </a:ln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5" name="出自【趣你的PPT】(微信:qunideppt)：最优质的PPT资源库"/>
            <p:cNvSpPr>
              <a:spLocks/>
            </p:cNvSpPr>
            <p:nvPr/>
          </p:nvSpPr>
          <p:spPr bwMode="auto">
            <a:xfrm>
              <a:off x="3970338" y="5346700"/>
              <a:ext cx="876300" cy="1012825"/>
            </a:xfrm>
            <a:custGeom>
              <a:avLst/>
              <a:gdLst>
                <a:gd name="T0" fmla="*/ 261 w 371"/>
                <a:gd name="T1" fmla="*/ 303 h 428"/>
                <a:gd name="T2" fmla="*/ 353 w 371"/>
                <a:gd name="T3" fmla="*/ 287 h 428"/>
                <a:gd name="T4" fmla="*/ 246 w 371"/>
                <a:gd name="T5" fmla="*/ 206 h 428"/>
                <a:gd name="T6" fmla="*/ 327 w 371"/>
                <a:gd name="T7" fmla="*/ 183 h 428"/>
                <a:gd name="T8" fmla="*/ 233 w 371"/>
                <a:gd name="T9" fmla="*/ 119 h 428"/>
                <a:gd name="T10" fmla="*/ 271 w 371"/>
                <a:gd name="T11" fmla="*/ 103 h 428"/>
                <a:gd name="T12" fmla="*/ 187 w 371"/>
                <a:gd name="T13" fmla="*/ 0 h 428"/>
                <a:gd name="T14" fmla="*/ 89 w 371"/>
                <a:gd name="T15" fmla="*/ 102 h 428"/>
                <a:gd name="T16" fmla="*/ 137 w 371"/>
                <a:gd name="T17" fmla="*/ 120 h 428"/>
                <a:gd name="T18" fmla="*/ 44 w 371"/>
                <a:gd name="T19" fmla="*/ 183 h 428"/>
                <a:gd name="T20" fmla="*/ 125 w 371"/>
                <a:gd name="T21" fmla="*/ 206 h 428"/>
                <a:gd name="T22" fmla="*/ 18 w 371"/>
                <a:gd name="T23" fmla="*/ 287 h 428"/>
                <a:gd name="T24" fmla="*/ 110 w 371"/>
                <a:gd name="T25" fmla="*/ 303 h 428"/>
                <a:gd name="T26" fmla="*/ 0 w 371"/>
                <a:gd name="T27" fmla="*/ 395 h 428"/>
                <a:gd name="T28" fmla="*/ 186 w 371"/>
                <a:gd name="T29" fmla="*/ 428 h 428"/>
                <a:gd name="T30" fmla="*/ 371 w 371"/>
                <a:gd name="T31" fmla="*/ 395 h 428"/>
                <a:gd name="T32" fmla="*/ 261 w 371"/>
                <a:gd name="T33" fmla="*/ 303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1" h="428">
                  <a:moveTo>
                    <a:pt x="261" y="303"/>
                  </a:moveTo>
                  <a:cubicBezTo>
                    <a:pt x="289" y="304"/>
                    <a:pt x="331" y="301"/>
                    <a:pt x="353" y="287"/>
                  </a:cubicBezTo>
                  <a:cubicBezTo>
                    <a:pt x="312" y="271"/>
                    <a:pt x="268" y="234"/>
                    <a:pt x="246" y="206"/>
                  </a:cubicBezTo>
                  <a:cubicBezTo>
                    <a:pt x="281" y="202"/>
                    <a:pt x="299" y="202"/>
                    <a:pt x="327" y="183"/>
                  </a:cubicBezTo>
                  <a:cubicBezTo>
                    <a:pt x="288" y="175"/>
                    <a:pt x="248" y="140"/>
                    <a:pt x="233" y="119"/>
                  </a:cubicBezTo>
                  <a:cubicBezTo>
                    <a:pt x="253" y="113"/>
                    <a:pt x="254" y="112"/>
                    <a:pt x="271" y="103"/>
                  </a:cubicBezTo>
                  <a:cubicBezTo>
                    <a:pt x="226" y="77"/>
                    <a:pt x="195" y="33"/>
                    <a:pt x="187" y="0"/>
                  </a:cubicBezTo>
                  <a:cubicBezTo>
                    <a:pt x="168" y="53"/>
                    <a:pt x="140" y="83"/>
                    <a:pt x="89" y="102"/>
                  </a:cubicBezTo>
                  <a:cubicBezTo>
                    <a:pt x="105" y="112"/>
                    <a:pt x="119" y="117"/>
                    <a:pt x="137" y="120"/>
                  </a:cubicBezTo>
                  <a:cubicBezTo>
                    <a:pt x="122" y="141"/>
                    <a:pt x="82" y="175"/>
                    <a:pt x="44" y="183"/>
                  </a:cubicBezTo>
                  <a:cubicBezTo>
                    <a:pt x="72" y="202"/>
                    <a:pt x="90" y="202"/>
                    <a:pt x="125" y="206"/>
                  </a:cubicBezTo>
                  <a:cubicBezTo>
                    <a:pt x="103" y="234"/>
                    <a:pt x="59" y="271"/>
                    <a:pt x="18" y="287"/>
                  </a:cubicBezTo>
                  <a:cubicBezTo>
                    <a:pt x="39" y="301"/>
                    <a:pt x="82" y="304"/>
                    <a:pt x="110" y="303"/>
                  </a:cubicBezTo>
                  <a:cubicBezTo>
                    <a:pt x="95" y="332"/>
                    <a:pt x="31" y="382"/>
                    <a:pt x="0" y="395"/>
                  </a:cubicBezTo>
                  <a:cubicBezTo>
                    <a:pt x="66" y="425"/>
                    <a:pt x="133" y="428"/>
                    <a:pt x="186" y="428"/>
                  </a:cubicBezTo>
                  <a:cubicBezTo>
                    <a:pt x="239" y="428"/>
                    <a:pt x="305" y="425"/>
                    <a:pt x="371" y="395"/>
                  </a:cubicBezTo>
                  <a:cubicBezTo>
                    <a:pt x="340" y="382"/>
                    <a:pt x="275" y="332"/>
                    <a:pt x="261" y="303"/>
                  </a:cubicBez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3895725" y="6230938"/>
              <a:ext cx="79375" cy="373063"/>
            </a:xfrm>
            <a:custGeom>
              <a:avLst/>
              <a:gdLst>
                <a:gd name="T0" fmla="*/ 34 w 34"/>
                <a:gd name="T1" fmla="*/ 150 h 157"/>
                <a:gd name="T2" fmla="*/ 17 w 34"/>
                <a:gd name="T3" fmla="*/ 157 h 157"/>
                <a:gd name="T4" fmla="*/ 17 w 34"/>
                <a:gd name="T5" fmla="*/ 157 h 157"/>
                <a:gd name="T6" fmla="*/ 0 w 34"/>
                <a:gd name="T7" fmla="*/ 150 h 157"/>
                <a:gd name="T8" fmla="*/ 0 w 34"/>
                <a:gd name="T9" fmla="*/ 7 h 157"/>
                <a:gd name="T10" fmla="*/ 17 w 34"/>
                <a:gd name="T11" fmla="*/ 0 h 157"/>
                <a:gd name="T12" fmla="*/ 17 w 34"/>
                <a:gd name="T13" fmla="*/ 0 h 157"/>
                <a:gd name="T14" fmla="*/ 34 w 34"/>
                <a:gd name="T15" fmla="*/ 7 h 157"/>
                <a:gd name="T16" fmla="*/ 34 w 34"/>
                <a:gd name="T17" fmla="*/ 15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157">
                  <a:moveTo>
                    <a:pt x="34" y="150"/>
                  </a:moveTo>
                  <a:cubicBezTo>
                    <a:pt x="34" y="154"/>
                    <a:pt x="26" y="157"/>
                    <a:pt x="17" y="157"/>
                  </a:cubicBezTo>
                  <a:cubicBezTo>
                    <a:pt x="17" y="157"/>
                    <a:pt x="17" y="157"/>
                    <a:pt x="17" y="157"/>
                  </a:cubicBezTo>
                  <a:cubicBezTo>
                    <a:pt x="7" y="157"/>
                    <a:pt x="0" y="154"/>
                    <a:pt x="0" y="15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6" y="0"/>
                    <a:pt x="34" y="3"/>
                    <a:pt x="34" y="7"/>
                  </a:cubicBezTo>
                  <a:lnTo>
                    <a:pt x="34" y="150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3565525" y="5561013"/>
              <a:ext cx="738188" cy="857250"/>
            </a:xfrm>
            <a:custGeom>
              <a:avLst/>
              <a:gdLst>
                <a:gd name="T0" fmla="*/ 221 w 313"/>
                <a:gd name="T1" fmla="*/ 257 h 362"/>
                <a:gd name="T2" fmla="*/ 298 w 313"/>
                <a:gd name="T3" fmla="*/ 243 h 362"/>
                <a:gd name="T4" fmla="*/ 208 w 313"/>
                <a:gd name="T5" fmla="*/ 175 h 362"/>
                <a:gd name="T6" fmla="*/ 276 w 313"/>
                <a:gd name="T7" fmla="*/ 155 h 362"/>
                <a:gd name="T8" fmla="*/ 197 w 313"/>
                <a:gd name="T9" fmla="*/ 101 h 362"/>
                <a:gd name="T10" fmla="*/ 230 w 313"/>
                <a:gd name="T11" fmla="*/ 88 h 362"/>
                <a:gd name="T12" fmla="*/ 158 w 313"/>
                <a:gd name="T13" fmla="*/ 0 h 362"/>
                <a:gd name="T14" fmla="*/ 76 w 313"/>
                <a:gd name="T15" fmla="*/ 87 h 362"/>
                <a:gd name="T16" fmla="*/ 116 w 313"/>
                <a:gd name="T17" fmla="*/ 102 h 362"/>
                <a:gd name="T18" fmla="*/ 38 w 313"/>
                <a:gd name="T19" fmla="*/ 155 h 362"/>
                <a:gd name="T20" fmla="*/ 106 w 313"/>
                <a:gd name="T21" fmla="*/ 175 h 362"/>
                <a:gd name="T22" fmla="*/ 15 w 313"/>
                <a:gd name="T23" fmla="*/ 243 h 362"/>
                <a:gd name="T24" fmla="*/ 93 w 313"/>
                <a:gd name="T25" fmla="*/ 257 h 362"/>
                <a:gd name="T26" fmla="*/ 0 w 313"/>
                <a:gd name="T27" fmla="*/ 335 h 362"/>
                <a:gd name="T28" fmla="*/ 157 w 313"/>
                <a:gd name="T29" fmla="*/ 362 h 362"/>
                <a:gd name="T30" fmla="*/ 313 w 313"/>
                <a:gd name="T31" fmla="*/ 335 h 362"/>
                <a:gd name="T32" fmla="*/ 221 w 313"/>
                <a:gd name="T33" fmla="*/ 257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3" h="362">
                  <a:moveTo>
                    <a:pt x="221" y="257"/>
                  </a:moveTo>
                  <a:cubicBezTo>
                    <a:pt x="244" y="257"/>
                    <a:pt x="280" y="255"/>
                    <a:pt x="298" y="243"/>
                  </a:cubicBezTo>
                  <a:cubicBezTo>
                    <a:pt x="264" y="229"/>
                    <a:pt x="226" y="199"/>
                    <a:pt x="208" y="175"/>
                  </a:cubicBezTo>
                  <a:cubicBezTo>
                    <a:pt x="238" y="171"/>
                    <a:pt x="253" y="171"/>
                    <a:pt x="276" y="155"/>
                  </a:cubicBezTo>
                  <a:cubicBezTo>
                    <a:pt x="244" y="149"/>
                    <a:pt x="210" y="119"/>
                    <a:pt x="197" y="101"/>
                  </a:cubicBezTo>
                  <a:cubicBezTo>
                    <a:pt x="214" y="97"/>
                    <a:pt x="215" y="96"/>
                    <a:pt x="230" y="88"/>
                  </a:cubicBezTo>
                  <a:cubicBezTo>
                    <a:pt x="191" y="66"/>
                    <a:pt x="165" y="29"/>
                    <a:pt x="158" y="0"/>
                  </a:cubicBezTo>
                  <a:cubicBezTo>
                    <a:pt x="142" y="45"/>
                    <a:pt x="119" y="71"/>
                    <a:pt x="76" y="87"/>
                  </a:cubicBezTo>
                  <a:cubicBezTo>
                    <a:pt x="89" y="96"/>
                    <a:pt x="101" y="99"/>
                    <a:pt x="116" y="102"/>
                  </a:cubicBezTo>
                  <a:cubicBezTo>
                    <a:pt x="103" y="120"/>
                    <a:pt x="70" y="149"/>
                    <a:pt x="38" y="155"/>
                  </a:cubicBezTo>
                  <a:cubicBezTo>
                    <a:pt x="61" y="171"/>
                    <a:pt x="76" y="171"/>
                    <a:pt x="106" y="175"/>
                  </a:cubicBezTo>
                  <a:cubicBezTo>
                    <a:pt x="87" y="199"/>
                    <a:pt x="50" y="229"/>
                    <a:pt x="15" y="243"/>
                  </a:cubicBezTo>
                  <a:cubicBezTo>
                    <a:pt x="33" y="255"/>
                    <a:pt x="69" y="257"/>
                    <a:pt x="93" y="257"/>
                  </a:cubicBezTo>
                  <a:cubicBezTo>
                    <a:pt x="81" y="281"/>
                    <a:pt x="27" y="324"/>
                    <a:pt x="0" y="335"/>
                  </a:cubicBezTo>
                  <a:cubicBezTo>
                    <a:pt x="56" y="359"/>
                    <a:pt x="113" y="362"/>
                    <a:pt x="157" y="362"/>
                  </a:cubicBezTo>
                  <a:cubicBezTo>
                    <a:pt x="202" y="362"/>
                    <a:pt x="258" y="359"/>
                    <a:pt x="313" y="335"/>
                  </a:cubicBezTo>
                  <a:cubicBezTo>
                    <a:pt x="287" y="324"/>
                    <a:pt x="233" y="281"/>
                    <a:pt x="221" y="257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4808538" y="6103938"/>
              <a:ext cx="106363" cy="487363"/>
            </a:xfrm>
            <a:custGeom>
              <a:avLst/>
              <a:gdLst>
                <a:gd name="T0" fmla="*/ 45 w 45"/>
                <a:gd name="T1" fmla="*/ 197 h 206"/>
                <a:gd name="T2" fmla="*/ 22 w 45"/>
                <a:gd name="T3" fmla="*/ 206 h 206"/>
                <a:gd name="T4" fmla="*/ 22 w 45"/>
                <a:gd name="T5" fmla="*/ 206 h 206"/>
                <a:gd name="T6" fmla="*/ 0 w 45"/>
                <a:gd name="T7" fmla="*/ 197 h 206"/>
                <a:gd name="T8" fmla="*/ 0 w 45"/>
                <a:gd name="T9" fmla="*/ 9 h 206"/>
                <a:gd name="T10" fmla="*/ 22 w 45"/>
                <a:gd name="T11" fmla="*/ 0 h 206"/>
                <a:gd name="T12" fmla="*/ 22 w 45"/>
                <a:gd name="T13" fmla="*/ 0 h 206"/>
                <a:gd name="T14" fmla="*/ 45 w 45"/>
                <a:gd name="T15" fmla="*/ 9 h 206"/>
                <a:gd name="T16" fmla="*/ 45 w 45"/>
                <a:gd name="T17" fmla="*/ 197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206">
                  <a:moveTo>
                    <a:pt x="45" y="197"/>
                  </a:moveTo>
                  <a:cubicBezTo>
                    <a:pt x="45" y="202"/>
                    <a:pt x="35" y="206"/>
                    <a:pt x="22" y="206"/>
                  </a:cubicBezTo>
                  <a:cubicBezTo>
                    <a:pt x="22" y="206"/>
                    <a:pt x="22" y="206"/>
                    <a:pt x="22" y="206"/>
                  </a:cubicBezTo>
                  <a:cubicBezTo>
                    <a:pt x="10" y="206"/>
                    <a:pt x="0" y="202"/>
                    <a:pt x="0" y="19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35" y="0"/>
                    <a:pt x="45" y="4"/>
                    <a:pt x="45" y="9"/>
                  </a:cubicBezTo>
                  <a:lnTo>
                    <a:pt x="45" y="197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出自【趣你的PPT】(微信:qunideppt)：最优质的PPT资源库"/>
            <p:cNvSpPr>
              <a:spLocks/>
            </p:cNvSpPr>
            <p:nvPr/>
          </p:nvSpPr>
          <p:spPr bwMode="auto">
            <a:xfrm>
              <a:off x="4376738" y="5226050"/>
              <a:ext cx="969963" cy="1123950"/>
            </a:xfrm>
            <a:custGeom>
              <a:avLst/>
              <a:gdLst>
                <a:gd name="T0" fmla="*/ 289 w 411"/>
                <a:gd name="T1" fmla="*/ 336 h 475"/>
                <a:gd name="T2" fmla="*/ 391 w 411"/>
                <a:gd name="T3" fmla="*/ 319 h 475"/>
                <a:gd name="T4" fmla="*/ 273 w 411"/>
                <a:gd name="T5" fmla="*/ 229 h 475"/>
                <a:gd name="T6" fmla="*/ 362 w 411"/>
                <a:gd name="T7" fmla="*/ 203 h 475"/>
                <a:gd name="T8" fmla="*/ 258 w 411"/>
                <a:gd name="T9" fmla="*/ 133 h 475"/>
                <a:gd name="T10" fmla="*/ 301 w 411"/>
                <a:gd name="T11" fmla="*/ 115 h 475"/>
                <a:gd name="T12" fmla="*/ 207 w 411"/>
                <a:gd name="T13" fmla="*/ 0 h 475"/>
                <a:gd name="T14" fmla="*/ 99 w 411"/>
                <a:gd name="T15" fmla="*/ 113 h 475"/>
                <a:gd name="T16" fmla="*/ 151 w 411"/>
                <a:gd name="T17" fmla="*/ 134 h 475"/>
                <a:gd name="T18" fmla="*/ 49 w 411"/>
                <a:gd name="T19" fmla="*/ 203 h 475"/>
                <a:gd name="T20" fmla="*/ 138 w 411"/>
                <a:gd name="T21" fmla="*/ 229 h 475"/>
                <a:gd name="T22" fmla="*/ 19 w 411"/>
                <a:gd name="T23" fmla="*/ 319 h 475"/>
                <a:gd name="T24" fmla="*/ 122 w 411"/>
                <a:gd name="T25" fmla="*/ 336 h 475"/>
                <a:gd name="T26" fmla="*/ 0 w 411"/>
                <a:gd name="T27" fmla="*/ 439 h 475"/>
                <a:gd name="T28" fmla="*/ 206 w 411"/>
                <a:gd name="T29" fmla="*/ 475 h 475"/>
                <a:gd name="T30" fmla="*/ 411 w 411"/>
                <a:gd name="T31" fmla="*/ 439 h 475"/>
                <a:gd name="T32" fmla="*/ 289 w 411"/>
                <a:gd name="T33" fmla="*/ 336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1" h="475">
                  <a:moveTo>
                    <a:pt x="289" y="336"/>
                  </a:moveTo>
                  <a:cubicBezTo>
                    <a:pt x="320" y="337"/>
                    <a:pt x="367" y="334"/>
                    <a:pt x="391" y="319"/>
                  </a:cubicBezTo>
                  <a:cubicBezTo>
                    <a:pt x="346" y="301"/>
                    <a:pt x="297" y="260"/>
                    <a:pt x="273" y="229"/>
                  </a:cubicBezTo>
                  <a:cubicBezTo>
                    <a:pt x="312" y="224"/>
                    <a:pt x="331" y="224"/>
                    <a:pt x="362" y="203"/>
                  </a:cubicBezTo>
                  <a:cubicBezTo>
                    <a:pt x="320" y="195"/>
                    <a:pt x="275" y="155"/>
                    <a:pt x="258" y="133"/>
                  </a:cubicBezTo>
                  <a:cubicBezTo>
                    <a:pt x="280" y="126"/>
                    <a:pt x="282" y="125"/>
                    <a:pt x="301" y="115"/>
                  </a:cubicBezTo>
                  <a:cubicBezTo>
                    <a:pt x="251" y="86"/>
                    <a:pt x="216" y="37"/>
                    <a:pt x="207" y="0"/>
                  </a:cubicBezTo>
                  <a:cubicBezTo>
                    <a:pt x="186" y="59"/>
                    <a:pt x="155" y="93"/>
                    <a:pt x="99" y="113"/>
                  </a:cubicBezTo>
                  <a:cubicBezTo>
                    <a:pt x="117" y="125"/>
                    <a:pt x="132" y="130"/>
                    <a:pt x="151" y="134"/>
                  </a:cubicBezTo>
                  <a:cubicBezTo>
                    <a:pt x="135" y="157"/>
                    <a:pt x="91" y="195"/>
                    <a:pt x="49" y="203"/>
                  </a:cubicBezTo>
                  <a:cubicBezTo>
                    <a:pt x="80" y="224"/>
                    <a:pt x="99" y="224"/>
                    <a:pt x="138" y="229"/>
                  </a:cubicBezTo>
                  <a:cubicBezTo>
                    <a:pt x="114" y="260"/>
                    <a:pt x="65" y="301"/>
                    <a:pt x="19" y="319"/>
                  </a:cubicBezTo>
                  <a:cubicBezTo>
                    <a:pt x="43" y="334"/>
                    <a:pt x="91" y="337"/>
                    <a:pt x="122" y="336"/>
                  </a:cubicBezTo>
                  <a:cubicBezTo>
                    <a:pt x="106" y="369"/>
                    <a:pt x="34" y="424"/>
                    <a:pt x="0" y="439"/>
                  </a:cubicBezTo>
                  <a:cubicBezTo>
                    <a:pt x="73" y="471"/>
                    <a:pt x="147" y="475"/>
                    <a:pt x="206" y="475"/>
                  </a:cubicBezTo>
                  <a:cubicBezTo>
                    <a:pt x="265" y="475"/>
                    <a:pt x="338" y="471"/>
                    <a:pt x="411" y="439"/>
                  </a:cubicBezTo>
                  <a:cubicBezTo>
                    <a:pt x="376" y="424"/>
                    <a:pt x="305" y="369"/>
                    <a:pt x="289" y="336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0" name="Group 39出自【趣你的PPT】(微信:qunideppt)：最优质的PPT资源库"/>
          <p:cNvGrpSpPr/>
          <p:nvPr/>
        </p:nvGrpSpPr>
        <p:grpSpPr>
          <a:xfrm>
            <a:off x="6984712" y="5532970"/>
            <a:ext cx="4090988" cy="1123950"/>
            <a:chOff x="4489451" y="5481638"/>
            <a:chExt cx="4090988" cy="1123950"/>
          </a:xfrm>
        </p:grpSpPr>
        <p:sp>
          <p:nvSpPr>
            <p:cNvPr id="41" name="出自【趣你的PPT】(微信:qunideppt)：最优质的PPT资源库"/>
            <p:cNvSpPr>
              <a:spLocks/>
            </p:cNvSpPr>
            <p:nvPr/>
          </p:nvSpPr>
          <p:spPr bwMode="auto">
            <a:xfrm>
              <a:off x="4786313" y="6257925"/>
              <a:ext cx="73025" cy="338138"/>
            </a:xfrm>
            <a:custGeom>
              <a:avLst/>
              <a:gdLst>
                <a:gd name="T0" fmla="*/ 40 w 40"/>
                <a:gd name="T1" fmla="*/ 178 h 187"/>
                <a:gd name="T2" fmla="*/ 20 w 40"/>
                <a:gd name="T3" fmla="*/ 187 h 187"/>
                <a:gd name="T4" fmla="*/ 20 w 40"/>
                <a:gd name="T5" fmla="*/ 187 h 187"/>
                <a:gd name="T6" fmla="*/ 0 w 40"/>
                <a:gd name="T7" fmla="*/ 178 h 187"/>
                <a:gd name="T8" fmla="*/ 0 w 40"/>
                <a:gd name="T9" fmla="*/ 8 h 187"/>
                <a:gd name="T10" fmla="*/ 20 w 40"/>
                <a:gd name="T11" fmla="*/ 0 h 187"/>
                <a:gd name="T12" fmla="*/ 20 w 40"/>
                <a:gd name="T13" fmla="*/ 0 h 187"/>
                <a:gd name="T14" fmla="*/ 40 w 40"/>
                <a:gd name="T15" fmla="*/ 8 h 187"/>
                <a:gd name="T16" fmla="*/ 40 w 40"/>
                <a:gd name="T17" fmla="*/ 178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187">
                  <a:moveTo>
                    <a:pt x="40" y="178"/>
                  </a:moveTo>
                  <a:cubicBezTo>
                    <a:pt x="40" y="183"/>
                    <a:pt x="31" y="187"/>
                    <a:pt x="20" y="187"/>
                  </a:cubicBezTo>
                  <a:cubicBezTo>
                    <a:pt x="20" y="187"/>
                    <a:pt x="20" y="187"/>
                    <a:pt x="20" y="187"/>
                  </a:cubicBezTo>
                  <a:cubicBezTo>
                    <a:pt x="9" y="187"/>
                    <a:pt x="0" y="183"/>
                    <a:pt x="0" y="17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9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1" y="0"/>
                    <a:pt x="40" y="4"/>
                    <a:pt x="40" y="8"/>
                  </a:cubicBezTo>
                  <a:lnTo>
                    <a:pt x="40" y="178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出自【趣你的PPT】(微信:qunideppt)：最优质的PPT资源库"/>
            <p:cNvSpPr>
              <a:spLocks/>
            </p:cNvSpPr>
            <p:nvPr/>
          </p:nvSpPr>
          <p:spPr bwMode="auto">
            <a:xfrm>
              <a:off x="4489451" y="5651500"/>
              <a:ext cx="666750" cy="776288"/>
            </a:xfrm>
            <a:custGeom>
              <a:avLst/>
              <a:gdLst>
                <a:gd name="T0" fmla="*/ 260 w 370"/>
                <a:gd name="T1" fmla="*/ 304 h 429"/>
                <a:gd name="T2" fmla="*/ 353 w 370"/>
                <a:gd name="T3" fmla="*/ 288 h 429"/>
                <a:gd name="T4" fmla="*/ 246 w 370"/>
                <a:gd name="T5" fmla="*/ 207 h 429"/>
                <a:gd name="T6" fmla="*/ 326 w 370"/>
                <a:gd name="T7" fmla="*/ 184 h 429"/>
                <a:gd name="T8" fmla="*/ 233 w 370"/>
                <a:gd name="T9" fmla="*/ 120 h 429"/>
                <a:gd name="T10" fmla="*/ 271 w 370"/>
                <a:gd name="T11" fmla="*/ 104 h 429"/>
                <a:gd name="T12" fmla="*/ 186 w 370"/>
                <a:gd name="T13" fmla="*/ 0 h 429"/>
                <a:gd name="T14" fmla="*/ 89 w 370"/>
                <a:gd name="T15" fmla="*/ 103 h 429"/>
                <a:gd name="T16" fmla="*/ 136 w 370"/>
                <a:gd name="T17" fmla="*/ 121 h 429"/>
                <a:gd name="T18" fmla="*/ 44 w 370"/>
                <a:gd name="T19" fmla="*/ 184 h 429"/>
                <a:gd name="T20" fmla="*/ 124 w 370"/>
                <a:gd name="T21" fmla="*/ 207 h 429"/>
                <a:gd name="T22" fmla="*/ 17 w 370"/>
                <a:gd name="T23" fmla="*/ 288 h 429"/>
                <a:gd name="T24" fmla="*/ 110 w 370"/>
                <a:gd name="T25" fmla="*/ 304 h 429"/>
                <a:gd name="T26" fmla="*/ 0 w 370"/>
                <a:gd name="T27" fmla="*/ 397 h 429"/>
                <a:gd name="T28" fmla="*/ 186 w 370"/>
                <a:gd name="T29" fmla="*/ 429 h 429"/>
                <a:gd name="T30" fmla="*/ 370 w 370"/>
                <a:gd name="T31" fmla="*/ 397 h 429"/>
                <a:gd name="T32" fmla="*/ 260 w 370"/>
                <a:gd name="T33" fmla="*/ 304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0" h="429">
                  <a:moveTo>
                    <a:pt x="260" y="304"/>
                  </a:moveTo>
                  <a:cubicBezTo>
                    <a:pt x="289" y="305"/>
                    <a:pt x="331" y="302"/>
                    <a:pt x="353" y="288"/>
                  </a:cubicBezTo>
                  <a:cubicBezTo>
                    <a:pt x="312" y="272"/>
                    <a:pt x="267" y="235"/>
                    <a:pt x="246" y="207"/>
                  </a:cubicBezTo>
                  <a:cubicBezTo>
                    <a:pt x="281" y="203"/>
                    <a:pt x="299" y="203"/>
                    <a:pt x="326" y="184"/>
                  </a:cubicBezTo>
                  <a:cubicBezTo>
                    <a:pt x="288" y="176"/>
                    <a:pt x="248" y="141"/>
                    <a:pt x="233" y="120"/>
                  </a:cubicBezTo>
                  <a:cubicBezTo>
                    <a:pt x="253" y="114"/>
                    <a:pt x="254" y="113"/>
                    <a:pt x="271" y="104"/>
                  </a:cubicBezTo>
                  <a:cubicBezTo>
                    <a:pt x="226" y="78"/>
                    <a:pt x="195" y="34"/>
                    <a:pt x="186" y="0"/>
                  </a:cubicBezTo>
                  <a:cubicBezTo>
                    <a:pt x="168" y="54"/>
                    <a:pt x="140" y="84"/>
                    <a:pt x="89" y="103"/>
                  </a:cubicBezTo>
                  <a:cubicBezTo>
                    <a:pt x="105" y="113"/>
                    <a:pt x="119" y="118"/>
                    <a:pt x="136" y="121"/>
                  </a:cubicBezTo>
                  <a:cubicBezTo>
                    <a:pt x="122" y="142"/>
                    <a:pt x="82" y="176"/>
                    <a:pt x="44" y="184"/>
                  </a:cubicBezTo>
                  <a:cubicBezTo>
                    <a:pt x="71" y="203"/>
                    <a:pt x="89" y="203"/>
                    <a:pt x="124" y="207"/>
                  </a:cubicBezTo>
                  <a:cubicBezTo>
                    <a:pt x="103" y="235"/>
                    <a:pt x="58" y="272"/>
                    <a:pt x="17" y="288"/>
                  </a:cubicBezTo>
                  <a:cubicBezTo>
                    <a:pt x="39" y="302"/>
                    <a:pt x="81" y="305"/>
                    <a:pt x="110" y="304"/>
                  </a:cubicBezTo>
                  <a:cubicBezTo>
                    <a:pt x="95" y="333"/>
                    <a:pt x="31" y="383"/>
                    <a:pt x="0" y="397"/>
                  </a:cubicBezTo>
                  <a:cubicBezTo>
                    <a:pt x="66" y="426"/>
                    <a:pt x="133" y="429"/>
                    <a:pt x="186" y="429"/>
                  </a:cubicBezTo>
                  <a:cubicBezTo>
                    <a:pt x="239" y="429"/>
                    <a:pt x="304" y="426"/>
                    <a:pt x="370" y="397"/>
                  </a:cubicBezTo>
                  <a:cubicBezTo>
                    <a:pt x="339" y="383"/>
                    <a:pt x="275" y="333"/>
                    <a:pt x="260" y="304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出自【趣你的PPT】(微信:qunideppt)：最优质的PPT资源库"/>
            <p:cNvSpPr>
              <a:spLocks/>
            </p:cNvSpPr>
            <p:nvPr/>
          </p:nvSpPr>
          <p:spPr bwMode="auto">
            <a:xfrm>
              <a:off x="5195888" y="6202363"/>
              <a:ext cx="82550" cy="388938"/>
            </a:xfrm>
            <a:custGeom>
              <a:avLst/>
              <a:gdLst>
                <a:gd name="T0" fmla="*/ 46 w 46"/>
                <a:gd name="T1" fmla="*/ 205 h 215"/>
                <a:gd name="T2" fmla="*/ 23 w 46"/>
                <a:gd name="T3" fmla="*/ 215 h 215"/>
                <a:gd name="T4" fmla="*/ 23 w 46"/>
                <a:gd name="T5" fmla="*/ 215 h 215"/>
                <a:gd name="T6" fmla="*/ 0 w 46"/>
                <a:gd name="T7" fmla="*/ 205 h 215"/>
                <a:gd name="T8" fmla="*/ 0 w 46"/>
                <a:gd name="T9" fmla="*/ 9 h 215"/>
                <a:gd name="T10" fmla="*/ 23 w 46"/>
                <a:gd name="T11" fmla="*/ 0 h 215"/>
                <a:gd name="T12" fmla="*/ 23 w 46"/>
                <a:gd name="T13" fmla="*/ 0 h 215"/>
                <a:gd name="T14" fmla="*/ 46 w 46"/>
                <a:gd name="T15" fmla="*/ 9 h 215"/>
                <a:gd name="T16" fmla="*/ 46 w 46"/>
                <a:gd name="T17" fmla="*/ 205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215">
                  <a:moveTo>
                    <a:pt x="46" y="205"/>
                  </a:moveTo>
                  <a:cubicBezTo>
                    <a:pt x="46" y="211"/>
                    <a:pt x="36" y="215"/>
                    <a:pt x="23" y="215"/>
                  </a:cubicBezTo>
                  <a:cubicBezTo>
                    <a:pt x="23" y="215"/>
                    <a:pt x="23" y="215"/>
                    <a:pt x="23" y="215"/>
                  </a:cubicBezTo>
                  <a:cubicBezTo>
                    <a:pt x="10" y="215"/>
                    <a:pt x="0" y="211"/>
                    <a:pt x="0" y="20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6" y="0"/>
                    <a:pt x="46" y="4"/>
                    <a:pt x="46" y="9"/>
                  </a:cubicBezTo>
                  <a:lnTo>
                    <a:pt x="46" y="205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4851401" y="5502275"/>
              <a:ext cx="771525" cy="895350"/>
            </a:xfrm>
            <a:custGeom>
              <a:avLst/>
              <a:gdLst>
                <a:gd name="T0" fmla="*/ 301 w 428"/>
                <a:gd name="T1" fmla="*/ 351 h 495"/>
                <a:gd name="T2" fmla="*/ 408 w 428"/>
                <a:gd name="T3" fmla="*/ 332 h 495"/>
                <a:gd name="T4" fmla="*/ 284 w 428"/>
                <a:gd name="T5" fmla="*/ 239 h 495"/>
                <a:gd name="T6" fmla="*/ 377 w 428"/>
                <a:gd name="T7" fmla="*/ 212 h 495"/>
                <a:gd name="T8" fmla="*/ 269 w 428"/>
                <a:gd name="T9" fmla="*/ 139 h 495"/>
                <a:gd name="T10" fmla="*/ 314 w 428"/>
                <a:gd name="T11" fmla="*/ 120 h 495"/>
                <a:gd name="T12" fmla="*/ 216 w 428"/>
                <a:gd name="T13" fmla="*/ 0 h 495"/>
                <a:gd name="T14" fmla="*/ 103 w 428"/>
                <a:gd name="T15" fmla="*/ 119 h 495"/>
                <a:gd name="T16" fmla="*/ 158 w 428"/>
                <a:gd name="T17" fmla="*/ 140 h 495"/>
                <a:gd name="T18" fmla="*/ 51 w 428"/>
                <a:gd name="T19" fmla="*/ 212 h 495"/>
                <a:gd name="T20" fmla="*/ 144 w 428"/>
                <a:gd name="T21" fmla="*/ 239 h 495"/>
                <a:gd name="T22" fmla="*/ 20 w 428"/>
                <a:gd name="T23" fmla="*/ 332 h 495"/>
                <a:gd name="T24" fmla="*/ 127 w 428"/>
                <a:gd name="T25" fmla="*/ 351 h 495"/>
                <a:gd name="T26" fmla="*/ 0 w 428"/>
                <a:gd name="T27" fmla="*/ 458 h 495"/>
                <a:gd name="T28" fmla="*/ 215 w 428"/>
                <a:gd name="T29" fmla="*/ 495 h 495"/>
                <a:gd name="T30" fmla="*/ 428 w 428"/>
                <a:gd name="T31" fmla="*/ 458 h 495"/>
                <a:gd name="T32" fmla="*/ 301 w 428"/>
                <a:gd name="T33" fmla="*/ 351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8" h="495">
                  <a:moveTo>
                    <a:pt x="301" y="351"/>
                  </a:moveTo>
                  <a:cubicBezTo>
                    <a:pt x="334" y="352"/>
                    <a:pt x="383" y="348"/>
                    <a:pt x="408" y="332"/>
                  </a:cubicBezTo>
                  <a:cubicBezTo>
                    <a:pt x="360" y="314"/>
                    <a:pt x="309" y="271"/>
                    <a:pt x="284" y="239"/>
                  </a:cubicBezTo>
                  <a:cubicBezTo>
                    <a:pt x="325" y="234"/>
                    <a:pt x="345" y="234"/>
                    <a:pt x="377" y="212"/>
                  </a:cubicBezTo>
                  <a:cubicBezTo>
                    <a:pt x="333" y="203"/>
                    <a:pt x="286" y="162"/>
                    <a:pt x="269" y="139"/>
                  </a:cubicBezTo>
                  <a:cubicBezTo>
                    <a:pt x="292" y="132"/>
                    <a:pt x="293" y="131"/>
                    <a:pt x="314" y="120"/>
                  </a:cubicBezTo>
                  <a:cubicBezTo>
                    <a:pt x="261" y="90"/>
                    <a:pt x="225" y="39"/>
                    <a:pt x="216" y="0"/>
                  </a:cubicBezTo>
                  <a:cubicBezTo>
                    <a:pt x="194" y="62"/>
                    <a:pt x="162" y="97"/>
                    <a:pt x="103" y="119"/>
                  </a:cubicBezTo>
                  <a:cubicBezTo>
                    <a:pt x="122" y="131"/>
                    <a:pt x="138" y="136"/>
                    <a:pt x="158" y="140"/>
                  </a:cubicBezTo>
                  <a:cubicBezTo>
                    <a:pt x="141" y="164"/>
                    <a:pt x="95" y="203"/>
                    <a:pt x="51" y="212"/>
                  </a:cubicBezTo>
                  <a:cubicBezTo>
                    <a:pt x="83" y="234"/>
                    <a:pt x="103" y="234"/>
                    <a:pt x="144" y="239"/>
                  </a:cubicBezTo>
                  <a:cubicBezTo>
                    <a:pt x="119" y="271"/>
                    <a:pt x="68" y="314"/>
                    <a:pt x="20" y="332"/>
                  </a:cubicBezTo>
                  <a:cubicBezTo>
                    <a:pt x="45" y="348"/>
                    <a:pt x="94" y="352"/>
                    <a:pt x="127" y="351"/>
                  </a:cubicBezTo>
                  <a:cubicBezTo>
                    <a:pt x="110" y="385"/>
                    <a:pt x="36" y="442"/>
                    <a:pt x="0" y="458"/>
                  </a:cubicBezTo>
                  <a:cubicBezTo>
                    <a:pt x="76" y="491"/>
                    <a:pt x="153" y="495"/>
                    <a:pt x="215" y="495"/>
                  </a:cubicBezTo>
                  <a:cubicBezTo>
                    <a:pt x="276" y="495"/>
                    <a:pt x="352" y="491"/>
                    <a:pt x="428" y="458"/>
                  </a:cubicBezTo>
                  <a:cubicBezTo>
                    <a:pt x="392" y="442"/>
                    <a:pt x="318" y="385"/>
                    <a:pt x="301" y="351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5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034088" y="6297613"/>
              <a:ext cx="65088" cy="303213"/>
            </a:xfrm>
            <a:custGeom>
              <a:avLst/>
              <a:gdLst>
                <a:gd name="T0" fmla="*/ 36 w 36"/>
                <a:gd name="T1" fmla="*/ 159 h 167"/>
                <a:gd name="T2" fmla="*/ 18 w 36"/>
                <a:gd name="T3" fmla="*/ 167 h 167"/>
                <a:gd name="T4" fmla="*/ 18 w 36"/>
                <a:gd name="T5" fmla="*/ 167 h 167"/>
                <a:gd name="T6" fmla="*/ 0 w 36"/>
                <a:gd name="T7" fmla="*/ 159 h 167"/>
                <a:gd name="T8" fmla="*/ 0 w 36"/>
                <a:gd name="T9" fmla="*/ 7 h 167"/>
                <a:gd name="T10" fmla="*/ 18 w 36"/>
                <a:gd name="T11" fmla="*/ 0 h 167"/>
                <a:gd name="T12" fmla="*/ 18 w 36"/>
                <a:gd name="T13" fmla="*/ 0 h 167"/>
                <a:gd name="T14" fmla="*/ 36 w 36"/>
                <a:gd name="T15" fmla="*/ 7 h 167"/>
                <a:gd name="T16" fmla="*/ 36 w 36"/>
                <a:gd name="T17" fmla="*/ 159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167">
                  <a:moveTo>
                    <a:pt x="36" y="159"/>
                  </a:moveTo>
                  <a:cubicBezTo>
                    <a:pt x="36" y="163"/>
                    <a:pt x="28" y="167"/>
                    <a:pt x="18" y="167"/>
                  </a:cubicBezTo>
                  <a:cubicBezTo>
                    <a:pt x="18" y="167"/>
                    <a:pt x="18" y="167"/>
                    <a:pt x="18" y="167"/>
                  </a:cubicBezTo>
                  <a:cubicBezTo>
                    <a:pt x="8" y="167"/>
                    <a:pt x="0" y="163"/>
                    <a:pt x="0" y="15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8" y="0"/>
                    <a:pt x="36" y="3"/>
                    <a:pt x="36" y="7"/>
                  </a:cubicBezTo>
                  <a:lnTo>
                    <a:pt x="36" y="159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5767388" y="5756275"/>
              <a:ext cx="598488" cy="693738"/>
            </a:xfrm>
            <a:custGeom>
              <a:avLst/>
              <a:gdLst>
                <a:gd name="T0" fmla="*/ 233 w 332"/>
                <a:gd name="T1" fmla="*/ 271 h 383"/>
                <a:gd name="T2" fmla="*/ 316 w 332"/>
                <a:gd name="T3" fmla="*/ 257 h 383"/>
                <a:gd name="T4" fmla="*/ 220 w 332"/>
                <a:gd name="T5" fmla="*/ 185 h 383"/>
                <a:gd name="T6" fmla="*/ 292 w 332"/>
                <a:gd name="T7" fmla="*/ 164 h 383"/>
                <a:gd name="T8" fmla="*/ 209 w 332"/>
                <a:gd name="T9" fmla="*/ 107 h 383"/>
                <a:gd name="T10" fmla="*/ 243 w 332"/>
                <a:gd name="T11" fmla="*/ 92 h 383"/>
                <a:gd name="T12" fmla="*/ 167 w 332"/>
                <a:gd name="T13" fmla="*/ 0 h 383"/>
                <a:gd name="T14" fmla="*/ 80 w 332"/>
                <a:gd name="T15" fmla="*/ 91 h 383"/>
                <a:gd name="T16" fmla="*/ 122 w 332"/>
                <a:gd name="T17" fmla="*/ 108 h 383"/>
                <a:gd name="T18" fmla="*/ 40 w 332"/>
                <a:gd name="T19" fmla="*/ 164 h 383"/>
                <a:gd name="T20" fmla="*/ 112 w 332"/>
                <a:gd name="T21" fmla="*/ 185 h 383"/>
                <a:gd name="T22" fmla="*/ 16 w 332"/>
                <a:gd name="T23" fmla="*/ 257 h 383"/>
                <a:gd name="T24" fmla="*/ 99 w 332"/>
                <a:gd name="T25" fmla="*/ 271 h 383"/>
                <a:gd name="T26" fmla="*/ 0 w 332"/>
                <a:gd name="T27" fmla="*/ 354 h 383"/>
                <a:gd name="T28" fmla="*/ 166 w 332"/>
                <a:gd name="T29" fmla="*/ 383 h 383"/>
                <a:gd name="T30" fmla="*/ 332 w 332"/>
                <a:gd name="T31" fmla="*/ 354 h 383"/>
                <a:gd name="T32" fmla="*/ 233 w 332"/>
                <a:gd name="T33" fmla="*/ 271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2" h="383">
                  <a:moveTo>
                    <a:pt x="233" y="271"/>
                  </a:moveTo>
                  <a:cubicBezTo>
                    <a:pt x="258" y="272"/>
                    <a:pt x="297" y="269"/>
                    <a:pt x="316" y="257"/>
                  </a:cubicBezTo>
                  <a:cubicBezTo>
                    <a:pt x="279" y="242"/>
                    <a:pt x="239" y="210"/>
                    <a:pt x="220" y="185"/>
                  </a:cubicBezTo>
                  <a:cubicBezTo>
                    <a:pt x="252" y="181"/>
                    <a:pt x="267" y="181"/>
                    <a:pt x="292" y="164"/>
                  </a:cubicBezTo>
                  <a:cubicBezTo>
                    <a:pt x="258" y="157"/>
                    <a:pt x="222" y="125"/>
                    <a:pt x="209" y="107"/>
                  </a:cubicBezTo>
                  <a:cubicBezTo>
                    <a:pt x="226" y="102"/>
                    <a:pt x="227" y="101"/>
                    <a:pt x="243" y="92"/>
                  </a:cubicBezTo>
                  <a:cubicBezTo>
                    <a:pt x="202" y="70"/>
                    <a:pt x="175" y="30"/>
                    <a:pt x="167" y="0"/>
                  </a:cubicBezTo>
                  <a:cubicBezTo>
                    <a:pt x="151" y="48"/>
                    <a:pt x="126" y="75"/>
                    <a:pt x="80" y="91"/>
                  </a:cubicBezTo>
                  <a:cubicBezTo>
                    <a:pt x="94" y="101"/>
                    <a:pt x="107" y="105"/>
                    <a:pt x="122" y="108"/>
                  </a:cubicBezTo>
                  <a:cubicBezTo>
                    <a:pt x="109" y="126"/>
                    <a:pt x="74" y="157"/>
                    <a:pt x="40" y="164"/>
                  </a:cubicBezTo>
                  <a:cubicBezTo>
                    <a:pt x="64" y="181"/>
                    <a:pt x="80" y="181"/>
                    <a:pt x="112" y="185"/>
                  </a:cubicBezTo>
                  <a:cubicBezTo>
                    <a:pt x="92" y="210"/>
                    <a:pt x="53" y="242"/>
                    <a:pt x="16" y="257"/>
                  </a:cubicBezTo>
                  <a:cubicBezTo>
                    <a:pt x="35" y="269"/>
                    <a:pt x="73" y="272"/>
                    <a:pt x="99" y="271"/>
                  </a:cubicBezTo>
                  <a:cubicBezTo>
                    <a:pt x="85" y="297"/>
                    <a:pt x="28" y="342"/>
                    <a:pt x="0" y="354"/>
                  </a:cubicBezTo>
                  <a:cubicBezTo>
                    <a:pt x="59" y="380"/>
                    <a:pt x="119" y="383"/>
                    <a:pt x="166" y="383"/>
                  </a:cubicBezTo>
                  <a:cubicBezTo>
                    <a:pt x="214" y="383"/>
                    <a:pt x="273" y="380"/>
                    <a:pt x="332" y="354"/>
                  </a:cubicBezTo>
                  <a:cubicBezTo>
                    <a:pt x="304" y="342"/>
                    <a:pt x="246" y="297"/>
                    <a:pt x="233" y="271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351588" y="6188075"/>
              <a:ext cx="85725" cy="392113"/>
            </a:xfrm>
            <a:custGeom>
              <a:avLst/>
              <a:gdLst>
                <a:gd name="T0" fmla="*/ 47 w 47"/>
                <a:gd name="T1" fmla="*/ 208 h 217"/>
                <a:gd name="T2" fmla="*/ 23 w 47"/>
                <a:gd name="T3" fmla="*/ 217 h 217"/>
                <a:gd name="T4" fmla="*/ 23 w 47"/>
                <a:gd name="T5" fmla="*/ 217 h 217"/>
                <a:gd name="T6" fmla="*/ 0 w 47"/>
                <a:gd name="T7" fmla="*/ 208 h 217"/>
                <a:gd name="T8" fmla="*/ 0 w 47"/>
                <a:gd name="T9" fmla="*/ 9 h 217"/>
                <a:gd name="T10" fmla="*/ 23 w 47"/>
                <a:gd name="T11" fmla="*/ 0 h 217"/>
                <a:gd name="T12" fmla="*/ 23 w 47"/>
                <a:gd name="T13" fmla="*/ 0 h 217"/>
                <a:gd name="T14" fmla="*/ 47 w 47"/>
                <a:gd name="T15" fmla="*/ 9 h 217"/>
                <a:gd name="T16" fmla="*/ 47 w 47"/>
                <a:gd name="T17" fmla="*/ 208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217">
                  <a:moveTo>
                    <a:pt x="47" y="208"/>
                  </a:moveTo>
                  <a:cubicBezTo>
                    <a:pt x="47" y="213"/>
                    <a:pt x="36" y="217"/>
                    <a:pt x="23" y="217"/>
                  </a:cubicBezTo>
                  <a:cubicBezTo>
                    <a:pt x="23" y="217"/>
                    <a:pt x="23" y="217"/>
                    <a:pt x="23" y="217"/>
                  </a:cubicBezTo>
                  <a:cubicBezTo>
                    <a:pt x="10" y="217"/>
                    <a:pt x="0" y="213"/>
                    <a:pt x="0" y="20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6" y="0"/>
                    <a:pt x="47" y="4"/>
                    <a:pt x="47" y="9"/>
                  </a:cubicBezTo>
                  <a:lnTo>
                    <a:pt x="47" y="208"/>
                  </a:ln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003926" y="5481638"/>
              <a:ext cx="779463" cy="904875"/>
            </a:xfrm>
            <a:custGeom>
              <a:avLst/>
              <a:gdLst>
                <a:gd name="T0" fmla="*/ 304 w 432"/>
                <a:gd name="T1" fmla="*/ 354 h 500"/>
                <a:gd name="T2" fmla="*/ 412 w 432"/>
                <a:gd name="T3" fmla="*/ 335 h 500"/>
                <a:gd name="T4" fmla="*/ 287 w 432"/>
                <a:gd name="T5" fmla="*/ 241 h 500"/>
                <a:gd name="T6" fmla="*/ 381 w 432"/>
                <a:gd name="T7" fmla="*/ 213 h 500"/>
                <a:gd name="T8" fmla="*/ 272 w 432"/>
                <a:gd name="T9" fmla="*/ 139 h 500"/>
                <a:gd name="T10" fmla="*/ 317 w 432"/>
                <a:gd name="T11" fmla="*/ 120 h 500"/>
                <a:gd name="T12" fmla="*/ 218 w 432"/>
                <a:gd name="T13" fmla="*/ 0 h 500"/>
                <a:gd name="T14" fmla="*/ 104 w 432"/>
                <a:gd name="T15" fmla="*/ 119 h 500"/>
                <a:gd name="T16" fmla="*/ 159 w 432"/>
                <a:gd name="T17" fmla="*/ 141 h 500"/>
                <a:gd name="T18" fmla="*/ 51 w 432"/>
                <a:gd name="T19" fmla="*/ 213 h 500"/>
                <a:gd name="T20" fmla="*/ 145 w 432"/>
                <a:gd name="T21" fmla="*/ 241 h 500"/>
                <a:gd name="T22" fmla="*/ 20 w 432"/>
                <a:gd name="T23" fmla="*/ 335 h 500"/>
                <a:gd name="T24" fmla="*/ 128 w 432"/>
                <a:gd name="T25" fmla="*/ 354 h 500"/>
                <a:gd name="T26" fmla="*/ 0 w 432"/>
                <a:gd name="T27" fmla="*/ 461 h 500"/>
                <a:gd name="T28" fmla="*/ 217 w 432"/>
                <a:gd name="T29" fmla="*/ 500 h 500"/>
                <a:gd name="T30" fmla="*/ 432 w 432"/>
                <a:gd name="T31" fmla="*/ 461 h 500"/>
                <a:gd name="T32" fmla="*/ 304 w 432"/>
                <a:gd name="T33" fmla="*/ 354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2" h="500">
                  <a:moveTo>
                    <a:pt x="304" y="354"/>
                  </a:moveTo>
                  <a:cubicBezTo>
                    <a:pt x="337" y="355"/>
                    <a:pt x="387" y="351"/>
                    <a:pt x="412" y="335"/>
                  </a:cubicBezTo>
                  <a:cubicBezTo>
                    <a:pt x="364" y="316"/>
                    <a:pt x="312" y="273"/>
                    <a:pt x="287" y="241"/>
                  </a:cubicBezTo>
                  <a:cubicBezTo>
                    <a:pt x="328" y="236"/>
                    <a:pt x="348" y="236"/>
                    <a:pt x="381" y="213"/>
                  </a:cubicBezTo>
                  <a:cubicBezTo>
                    <a:pt x="336" y="205"/>
                    <a:pt x="289" y="163"/>
                    <a:pt x="272" y="139"/>
                  </a:cubicBezTo>
                  <a:cubicBezTo>
                    <a:pt x="295" y="133"/>
                    <a:pt x="296" y="131"/>
                    <a:pt x="317" y="120"/>
                  </a:cubicBezTo>
                  <a:cubicBezTo>
                    <a:pt x="264" y="91"/>
                    <a:pt x="228" y="39"/>
                    <a:pt x="218" y="0"/>
                  </a:cubicBezTo>
                  <a:cubicBezTo>
                    <a:pt x="196" y="62"/>
                    <a:pt x="163" y="97"/>
                    <a:pt x="104" y="119"/>
                  </a:cubicBezTo>
                  <a:cubicBezTo>
                    <a:pt x="123" y="131"/>
                    <a:pt x="139" y="137"/>
                    <a:pt x="159" y="141"/>
                  </a:cubicBezTo>
                  <a:cubicBezTo>
                    <a:pt x="142" y="165"/>
                    <a:pt x="96" y="205"/>
                    <a:pt x="51" y="213"/>
                  </a:cubicBezTo>
                  <a:cubicBezTo>
                    <a:pt x="84" y="236"/>
                    <a:pt x="104" y="236"/>
                    <a:pt x="145" y="241"/>
                  </a:cubicBezTo>
                  <a:cubicBezTo>
                    <a:pt x="120" y="273"/>
                    <a:pt x="68" y="316"/>
                    <a:pt x="20" y="335"/>
                  </a:cubicBezTo>
                  <a:cubicBezTo>
                    <a:pt x="46" y="351"/>
                    <a:pt x="95" y="355"/>
                    <a:pt x="128" y="354"/>
                  </a:cubicBezTo>
                  <a:cubicBezTo>
                    <a:pt x="111" y="388"/>
                    <a:pt x="36" y="446"/>
                    <a:pt x="0" y="461"/>
                  </a:cubicBezTo>
                  <a:cubicBezTo>
                    <a:pt x="77" y="496"/>
                    <a:pt x="155" y="500"/>
                    <a:pt x="217" y="500"/>
                  </a:cubicBezTo>
                  <a:cubicBezTo>
                    <a:pt x="279" y="500"/>
                    <a:pt x="355" y="496"/>
                    <a:pt x="432" y="461"/>
                  </a:cubicBezTo>
                  <a:cubicBezTo>
                    <a:pt x="396" y="446"/>
                    <a:pt x="321" y="388"/>
                    <a:pt x="304" y="354"/>
                  </a:cubicBez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9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075488" y="6249988"/>
              <a:ext cx="71438" cy="336550"/>
            </a:xfrm>
            <a:custGeom>
              <a:avLst/>
              <a:gdLst>
                <a:gd name="T0" fmla="*/ 40 w 40"/>
                <a:gd name="T1" fmla="*/ 178 h 186"/>
                <a:gd name="T2" fmla="*/ 20 w 40"/>
                <a:gd name="T3" fmla="*/ 186 h 186"/>
                <a:gd name="T4" fmla="*/ 20 w 40"/>
                <a:gd name="T5" fmla="*/ 186 h 186"/>
                <a:gd name="T6" fmla="*/ 0 w 40"/>
                <a:gd name="T7" fmla="*/ 178 h 186"/>
                <a:gd name="T8" fmla="*/ 0 w 40"/>
                <a:gd name="T9" fmla="*/ 8 h 186"/>
                <a:gd name="T10" fmla="*/ 20 w 40"/>
                <a:gd name="T11" fmla="*/ 0 h 186"/>
                <a:gd name="T12" fmla="*/ 20 w 40"/>
                <a:gd name="T13" fmla="*/ 0 h 186"/>
                <a:gd name="T14" fmla="*/ 40 w 40"/>
                <a:gd name="T15" fmla="*/ 8 h 186"/>
                <a:gd name="T16" fmla="*/ 40 w 40"/>
                <a:gd name="T17" fmla="*/ 178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186">
                  <a:moveTo>
                    <a:pt x="40" y="178"/>
                  </a:moveTo>
                  <a:cubicBezTo>
                    <a:pt x="40" y="183"/>
                    <a:pt x="31" y="186"/>
                    <a:pt x="20" y="186"/>
                  </a:cubicBezTo>
                  <a:cubicBezTo>
                    <a:pt x="20" y="186"/>
                    <a:pt x="20" y="186"/>
                    <a:pt x="20" y="186"/>
                  </a:cubicBezTo>
                  <a:cubicBezTo>
                    <a:pt x="9" y="186"/>
                    <a:pt x="0" y="183"/>
                    <a:pt x="0" y="17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9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1" y="0"/>
                    <a:pt x="40" y="3"/>
                    <a:pt x="40" y="8"/>
                  </a:cubicBezTo>
                  <a:lnTo>
                    <a:pt x="40" y="178"/>
                  </a:lnTo>
                  <a:close/>
                </a:path>
              </a:pathLst>
            </a:custGeom>
            <a:solidFill>
              <a:srgbClr val="4F8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777038" y="5645150"/>
              <a:ext cx="666750" cy="774700"/>
            </a:xfrm>
            <a:custGeom>
              <a:avLst/>
              <a:gdLst>
                <a:gd name="T0" fmla="*/ 260 w 370"/>
                <a:gd name="T1" fmla="*/ 303 h 428"/>
                <a:gd name="T2" fmla="*/ 352 w 370"/>
                <a:gd name="T3" fmla="*/ 287 h 428"/>
                <a:gd name="T4" fmla="*/ 245 w 370"/>
                <a:gd name="T5" fmla="*/ 206 h 428"/>
                <a:gd name="T6" fmla="*/ 326 w 370"/>
                <a:gd name="T7" fmla="*/ 183 h 428"/>
                <a:gd name="T8" fmla="*/ 233 w 370"/>
                <a:gd name="T9" fmla="*/ 119 h 428"/>
                <a:gd name="T10" fmla="*/ 271 w 370"/>
                <a:gd name="T11" fmla="*/ 103 h 428"/>
                <a:gd name="T12" fmla="*/ 186 w 370"/>
                <a:gd name="T13" fmla="*/ 0 h 428"/>
                <a:gd name="T14" fmla="*/ 89 w 370"/>
                <a:gd name="T15" fmla="*/ 102 h 428"/>
                <a:gd name="T16" fmla="*/ 136 w 370"/>
                <a:gd name="T17" fmla="*/ 120 h 428"/>
                <a:gd name="T18" fmla="*/ 44 w 370"/>
                <a:gd name="T19" fmla="*/ 183 h 428"/>
                <a:gd name="T20" fmla="*/ 124 w 370"/>
                <a:gd name="T21" fmla="*/ 206 h 428"/>
                <a:gd name="T22" fmla="*/ 17 w 370"/>
                <a:gd name="T23" fmla="*/ 287 h 428"/>
                <a:gd name="T24" fmla="*/ 109 w 370"/>
                <a:gd name="T25" fmla="*/ 303 h 428"/>
                <a:gd name="T26" fmla="*/ 0 w 370"/>
                <a:gd name="T27" fmla="*/ 395 h 428"/>
                <a:gd name="T28" fmla="*/ 185 w 370"/>
                <a:gd name="T29" fmla="*/ 428 h 428"/>
                <a:gd name="T30" fmla="*/ 370 w 370"/>
                <a:gd name="T31" fmla="*/ 395 h 428"/>
                <a:gd name="T32" fmla="*/ 260 w 370"/>
                <a:gd name="T33" fmla="*/ 303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0" h="428">
                  <a:moveTo>
                    <a:pt x="260" y="303"/>
                  </a:moveTo>
                  <a:cubicBezTo>
                    <a:pt x="288" y="304"/>
                    <a:pt x="331" y="301"/>
                    <a:pt x="352" y="287"/>
                  </a:cubicBezTo>
                  <a:cubicBezTo>
                    <a:pt x="311" y="271"/>
                    <a:pt x="267" y="234"/>
                    <a:pt x="245" y="206"/>
                  </a:cubicBezTo>
                  <a:cubicBezTo>
                    <a:pt x="281" y="202"/>
                    <a:pt x="298" y="202"/>
                    <a:pt x="326" y="183"/>
                  </a:cubicBezTo>
                  <a:cubicBezTo>
                    <a:pt x="288" y="175"/>
                    <a:pt x="247" y="140"/>
                    <a:pt x="233" y="119"/>
                  </a:cubicBezTo>
                  <a:cubicBezTo>
                    <a:pt x="252" y="113"/>
                    <a:pt x="253" y="112"/>
                    <a:pt x="271" y="103"/>
                  </a:cubicBezTo>
                  <a:cubicBezTo>
                    <a:pt x="226" y="77"/>
                    <a:pt x="195" y="33"/>
                    <a:pt x="186" y="0"/>
                  </a:cubicBezTo>
                  <a:cubicBezTo>
                    <a:pt x="168" y="53"/>
                    <a:pt x="140" y="83"/>
                    <a:pt x="89" y="102"/>
                  </a:cubicBezTo>
                  <a:cubicBezTo>
                    <a:pt x="105" y="112"/>
                    <a:pt x="119" y="117"/>
                    <a:pt x="136" y="120"/>
                  </a:cubicBezTo>
                  <a:cubicBezTo>
                    <a:pt x="122" y="141"/>
                    <a:pt x="82" y="175"/>
                    <a:pt x="44" y="183"/>
                  </a:cubicBezTo>
                  <a:cubicBezTo>
                    <a:pt x="71" y="202"/>
                    <a:pt x="89" y="202"/>
                    <a:pt x="124" y="206"/>
                  </a:cubicBezTo>
                  <a:cubicBezTo>
                    <a:pt x="102" y="234"/>
                    <a:pt x="58" y="271"/>
                    <a:pt x="17" y="287"/>
                  </a:cubicBezTo>
                  <a:cubicBezTo>
                    <a:pt x="39" y="301"/>
                    <a:pt x="81" y="304"/>
                    <a:pt x="109" y="303"/>
                  </a:cubicBezTo>
                  <a:cubicBezTo>
                    <a:pt x="95" y="332"/>
                    <a:pt x="31" y="382"/>
                    <a:pt x="0" y="395"/>
                  </a:cubicBezTo>
                  <a:cubicBezTo>
                    <a:pt x="66" y="425"/>
                    <a:pt x="132" y="428"/>
                    <a:pt x="185" y="428"/>
                  </a:cubicBezTo>
                  <a:cubicBezTo>
                    <a:pt x="238" y="428"/>
                    <a:pt x="304" y="425"/>
                    <a:pt x="370" y="395"/>
                  </a:cubicBezTo>
                  <a:cubicBezTo>
                    <a:pt x="339" y="382"/>
                    <a:pt x="275" y="332"/>
                    <a:pt x="260" y="303"/>
                  </a:cubicBezTo>
                  <a:close/>
                </a:path>
              </a:pathLst>
            </a:custGeom>
            <a:solidFill>
              <a:srgbClr val="4F8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738938" y="6238875"/>
              <a:ext cx="77788" cy="360363"/>
            </a:xfrm>
            <a:custGeom>
              <a:avLst/>
              <a:gdLst>
                <a:gd name="T0" fmla="*/ 43 w 43"/>
                <a:gd name="T1" fmla="*/ 190 h 199"/>
                <a:gd name="T2" fmla="*/ 22 w 43"/>
                <a:gd name="T3" fmla="*/ 199 h 199"/>
                <a:gd name="T4" fmla="*/ 22 w 43"/>
                <a:gd name="T5" fmla="*/ 199 h 199"/>
                <a:gd name="T6" fmla="*/ 0 w 43"/>
                <a:gd name="T7" fmla="*/ 190 h 199"/>
                <a:gd name="T8" fmla="*/ 0 w 43"/>
                <a:gd name="T9" fmla="*/ 9 h 199"/>
                <a:gd name="T10" fmla="*/ 22 w 43"/>
                <a:gd name="T11" fmla="*/ 0 h 199"/>
                <a:gd name="T12" fmla="*/ 22 w 43"/>
                <a:gd name="T13" fmla="*/ 0 h 199"/>
                <a:gd name="T14" fmla="*/ 43 w 43"/>
                <a:gd name="T15" fmla="*/ 9 h 199"/>
                <a:gd name="T16" fmla="*/ 43 w 43"/>
                <a:gd name="T17" fmla="*/ 19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199">
                  <a:moveTo>
                    <a:pt x="43" y="190"/>
                  </a:moveTo>
                  <a:cubicBezTo>
                    <a:pt x="43" y="195"/>
                    <a:pt x="34" y="199"/>
                    <a:pt x="22" y="199"/>
                  </a:cubicBezTo>
                  <a:cubicBezTo>
                    <a:pt x="22" y="199"/>
                    <a:pt x="22" y="199"/>
                    <a:pt x="22" y="199"/>
                  </a:cubicBezTo>
                  <a:cubicBezTo>
                    <a:pt x="10" y="199"/>
                    <a:pt x="0" y="195"/>
                    <a:pt x="0" y="19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34" y="0"/>
                    <a:pt x="43" y="4"/>
                    <a:pt x="43" y="9"/>
                  </a:cubicBezTo>
                  <a:lnTo>
                    <a:pt x="43" y="190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2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421438" y="5592763"/>
              <a:ext cx="714375" cy="828675"/>
            </a:xfrm>
            <a:custGeom>
              <a:avLst/>
              <a:gdLst>
                <a:gd name="T0" fmla="*/ 278 w 396"/>
                <a:gd name="T1" fmla="*/ 324 h 458"/>
                <a:gd name="T2" fmla="*/ 377 w 396"/>
                <a:gd name="T3" fmla="*/ 307 h 458"/>
                <a:gd name="T4" fmla="*/ 263 w 396"/>
                <a:gd name="T5" fmla="*/ 221 h 458"/>
                <a:gd name="T6" fmla="*/ 349 w 396"/>
                <a:gd name="T7" fmla="*/ 196 h 458"/>
                <a:gd name="T8" fmla="*/ 249 w 396"/>
                <a:gd name="T9" fmla="*/ 128 h 458"/>
                <a:gd name="T10" fmla="*/ 290 w 396"/>
                <a:gd name="T11" fmla="*/ 111 h 458"/>
                <a:gd name="T12" fmla="*/ 199 w 396"/>
                <a:gd name="T13" fmla="*/ 0 h 458"/>
                <a:gd name="T14" fmla="*/ 95 w 396"/>
                <a:gd name="T15" fmla="*/ 109 h 458"/>
                <a:gd name="T16" fmla="*/ 146 w 396"/>
                <a:gd name="T17" fmla="*/ 129 h 458"/>
                <a:gd name="T18" fmla="*/ 47 w 396"/>
                <a:gd name="T19" fmla="*/ 196 h 458"/>
                <a:gd name="T20" fmla="*/ 133 w 396"/>
                <a:gd name="T21" fmla="*/ 221 h 458"/>
                <a:gd name="T22" fmla="*/ 19 w 396"/>
                <a:gd name="T23" fmla="*/ 307 h 458"/>
                <a:gd name="T24" fmla="*/ 118 w 396"/>
                <a:gd name="T25" fmla="*/ 324 h 458"/>
                <a:gd name="T26" fmla="*/ 0 w 396"/>
                <a:gd name="T27" fmla="*/ 423 h 458"/>
                <a:gd name="T28" fmla="*/ 199 w 396"/>
                <a:gd name="T29" fmla="*/ 458 h 458"/>
                <a:gd name="T30" fmla="*/ 396 w 396"/>
                <a:gd name="T31" fmla="*/ 423 h 458"/>
                <a:gd name="T32" fmla="*/ 278 w 396"/>
                <a:gd name="T33" fmla="*/ 324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6" h="458">
                  <a:moveTo>
                    <a:pt x="278" y="324"/>
                  </a:moveTo>
                  <a:cubicBezTo>
                    <a:pt x="308" y="325"/>
                    <a:pt x="354" y="322"/>
                    <a:pt x="377" y="307"/>
                  </a:cubicBezTo>
                  <a:cubicBezTo>
                    <a:pt x="333" y="290"/>
                    <a:pt x="286" y="251"/>
                    <a:pt x="263" y="221"/>
                  </a:cubicBezTo>
                  <a:cubicBezTo>
                    <a:pt x="300" y="216"/>
                    <a:pt x="319" y="216"/>
                    <a:pt x="349" y="196"/>
                  </a:cubicBezTo>
                  <a:cubicBezTo>
                    <a:pt x="308" y="188"/>
                    <a:pt x="265" y="150"/>
                    <a:pt x="249" y="128"/>
                  </a:cubicBezTo>
                  <a:cubicBezTo>
                    <a:pt x="270" y="122"/>
                    <a:pt x="271" y="121"/>
                    <a:pt x="290" y="111"/>
                  </a:cubicBezTo>
                  <a:cubicBezTo>
                    <a:pt x="241" y="83"/>
                    <a:pt x="208" y="36"/>
                    <a:pt x="199" y="0"/>
                  </a:cubicBezTo>
                  <a:cubicBezTo>
                    <a:pt x="180" y="57"/>
                    <a:pt x="150" y="90"/>
                    <a:pt x="95" y="109"/>
                  </a:cubicBezTo>
                  <a:cubicBezTo>
                    <a:pt x="112" y="121"/>
                    <a:pt x="127" y="126"/>
                    <a:pt x="146" y="129"/>
                  </a:cubicBezTo>
                  <a:cubicBezTo>
                    <a:pt x="130" y="151"/>
                    <a:pt x="88" y="188"/>
                    <a:pt x="47" y="196"/>
                  </a:cubicBezTo>
                  <a:cubicBezTo>
                    <a:pt x="77" y="216"/>
                    <a:pt x="96" y="216"/>
                    <a:pt x="133" y="221"/>
                  </a:cubicBezTo>
                  <a:cubicBezTo>
                    <a:pt x="110" y="251"/>
                    <a:pt x="63" y="290"/>
                    <a:pt x="19" y="307"/>
                  </a:cubicBezTo>
                  <a:cubicBezTo>
                    <a:pt x="42" y="322"/>
                    <a:pt x="87" y="325"/>
                    <a:pt x="118" y="324"/>
                  </a:cubicBezTo>
                  <a:cubicBezTo>
                    <a:pt x="102" y="355"/>
                    <a:pt x="33" y="409"/>
                    <a:pt x="0" y="423"/>
                  </a:cubicBezTo>
                  <a:cubicBezTo>
                    <a:pt x="71" y="454"/>
                    <a:pt x="142" y="458"/>
                    <a:pt x="199" y="458"/>
                  </a:cubicBezTo>
                  <a:cubicBezTo>
                    <a:pt x="255" y="458"/>
                    <a:pt x="325" y="454"/>
                    <a:pt x="396" y="423"/>
                  </a:cubicBezTo>
                  <a:cubicBezTo>
                    <a:pt x="363" y="409"/>
                    <a:pt x="294" y="355"/>
                    <a:pt x="278" y="324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3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810501" y="6232525"/>
              <a:ext cx="76200" cy="354013"/>
            </a:xfrm>
            <a:custGeom>
              <a:avLst/>
              <a:gdLst>
                <a:gd name="T0" fmla="*/ 42 w 42"/>
                <a:gd name="T1" fmla="*/ 187 h 195"/>
                <a:gd name="T2" fmla="*/ 21 w 42"/>
                <a:gd name="T3" fmla="*/ 195 h 195"/>
                <a:gd name="T4" fmla="*/ 21 w 42"/>
                <a:gd name="T5" fmla="*/ 195 h 195"/>
                <a:gd name="T6" fmla="*/ 0 w 42"/>
                <a:gd name="T7" fmla="*/ 187 h 195"/>
                <a:gd name="T8" fmla="*/ 0 w 42"/>
                <a:gd name="T9" fmla="*/ 9 h 195"/>
                <a:gd name="T10" fmla="*/ 21 w 42"/>
                <a:gd name="T11" fmla="*/ 0 h 195"/>
                <a:gd name="T12" fmla="*/ 21 w 42"/>
                <a:gd name="T13" fmla="*/ 0 h 195"/>
                <a:gd name="T14" fmla="*/ 42 w 42"/>
                <a:gd name="T15" fmla="*/ 9 h 195"/>
                <a:gd name="T16" fmla="*/ 42 w 42"/>
                <a:gd name="T17" fmla="*/ 187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195">
                  <a:moveTo>
                    <a:pt x="42" y="187"/>
                  </a:moveTo>
                  <a:cubicBezTo>
                    <a:pt x="42" y="191"/>
                    <a:pt x="33" y="195"/>
                    <a:pt x="21" y="195"/>
                  </a:cubicBezTo>
                  <a:cubicBezTo>
                    <a:pt x="21" y="195"/>
                    <a:pt x="21" y="195"/>
                    <a:pt x="21" y="195"/>
                  </a:cubicBezTo>
                  <a:cubicBezTo>
                    <a:pt x="10" y="195"/>
                    <a:pt x="0" y="191"/>
                    <a:pt x="0" y="18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33" y="0"/>
                    <a:pt x="42" y="4"/>
                    <a:pt x="42" y="9"/>
                  </a:cubicBezTo>
                  <a:lnTo>
                    <a:pt x="42" y="187"/>
                  </a:lnTo>
                  <a:close/>
                </a:path>
              </a:pathLst>
            </a:custGeom>
            <a:solidFill>
              <a:srgbClr val="4F8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508876" y="5624513"/>
              <a:ext cx="677863" cy="787400"/>
            </a:xfrm>
            <a:custGeom>
              <a:avLst/>
              <a:gdLst>
                <a:gd name="T0" fmla="*/ 265 w 376"/>
                <a:gd name="T1" fmla="*/ 308 h 435"/>
                <a:gd name="T2" fmla="*/ 358 w 376"/>
                <a:gd name="T3" fmla="*/ 292 h 435"/>
                <a:gd name="T4" fmla="*/ 250 w 376"/>
                <a:gd name="T5" fmla="*/ 210 h 435"/>
                <a:gd name="T6" fmla="*/ 332 w 376"/>
                <a:gd name="T7" fmla="*/ 186 h 435"/>
                <a:gd name="T8" fmla="*/ 237 w 376"/>
                <a:gd name="T9" fmla="*/ 122 h 435"/>
                <a:gd name="T10" fmla="*/ 276 w 376"/>
                <a:gd name="T11" fmla="*/ 105 h 435"/>
                <a:gd name="T12" fmla="*/ 190 w 376"/>
                <a:gd name="T13" fmla="*/ 0 h 435"/>
                <a:gd name="T14" fmla="*/ 91 w 376"/>
                <a:gd name="T15" fmla="*/ 104 h 435"/>
                <a:gd name="T16" fmla="*/ 139 w 376"/>
                <a:gd name="T17" fmla="*/ 123 h 435"/>
                <a:gd name="T18" fmla="*/ 45 w 376"/>
                <a:gd name="T19" fmla="*/ 186 h 435"/>
                <a:gd name="T20" fmla="*/ 127 w 376"/>
                <a:gd name="T21" fmla="*/ 210 h 435"/>
                <a:gd name="T22" fmla="*/ 18 w 376"/>
                <a:gd name="T23" fmla="*/ 292 h 435"/>
                <a:gd name="T24" fmla="*/ 112 w 376"/>
                <a:gd name="T25" fmla="*/ 308 h 435"/>
                <a:gd name="T26" fmla="*/ 0 w 376"/>
                <a:gd name="T27" fmla="*/ 402 h 435"/>
                <a:gd name="T28" fmla="*/ 189 w 376"/>
                <a:gd name="T29" fmla="*/ 435 h 435"/>
                <a:gd name="T30" fmla="*/ 376 w 376"/>
                <a:gd name="T31" fmla="*/ 402 h 435"/>
                <a:gd name="T32" fmla="*/ 265 w 376"/>
                <a:gd name="T33" fmla="*/ 308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6" h="435">
                  <a:moveTo>
                    <a:pt x="265" y="308"/>
                  </a:moveTo>
                  <a:cubicBezTo>
                    <a:pt x="293" y="309"/>
                    <a:pt x="337" y="306"/>
                    <a:pt x="358" y="292"/>
                  </a:cubicBezTo>
                  <a:cubicBezTo>
                    <a:pt x="317" y="275"/>
                    <a:pt x="272" y="238"/>
                    <a:pt x="250" y="210"/>
                  </a:cubicBezTo>
                  <a:cubicBezTo>
                    <a:pt x="285" y="205"/>
                    <a:pt x="303" y="205"/>
                    <a:pt x="332" y="186"/>
                  </a:cubicBezTo>
                  <a:cubicBezTo>
                    <a:pt x="293" y="179"/>
                    <a:pt x="252" y="142"/>
                    <a:pt x="237" y="122"/>
                  </a:cubicBezTo>
                  <a:cubicBezTo>
                    <a:pt x="257" y="116"/>
                    <a:pt x="258" y="115"/>
                    <a:pt x="276" y="105"/>
                  </a:cubicBezTo>
                  <a:cubicBezTo>
                    <a:pt x="230" y="79"/>
                    <a:pt x="198" y="34"/>
                    <a:pt x="190" y="0"/>
                  </a:cubicBezTo>
                  <a:cubicBezTo>
                    <a:pt x="171" y="54"/>
                    <a:pt x="142" y="85"/>
                    <a:pt x="91" y="104"/>
                  </a:cubicBezTo>
                  <a:cubicBezTo>
                    <a:pt x="107" y="115"/>
                    <a:pt x="121" y="119"/>
                    <a:pt x="139" y="123"/>
                  </a:cubicBezTo>
                  <a:cubicBezTo>
                    <a:pt x="124" y="144"/>
                    <a:pt x="84" y="179"/>
                    <a:pt x="45" y="186"/>
                  </a:cubicBezTo>
                  <a:cubicBezTo>
                    <a:pt x="73" y="205"/>
                    <a:pt x="91" y="205"/>
                    <a:pt x="127" y="210"/>
                  </a:cubicBezTo>
                  <a:cubicBezTo>
                    <a:pt x="105" y="238"/>
                    <a:pt x="60" y="275"/>
                    <a:pt x="18" y="292"/>
                  </a:cubicBezTo>
                  <a:cubicBezTo>
                    <a:pt x="40" y="306"/>
                    <a:pt x="83" y="309"/>
                    <a:pt x="112" y="308"/>
                  </a:cubicBezTo>
                  <a:cubicBezTo>
                    <a:pt x="97" y="338"/>
                    <a:pt x="32" y="388"/>
                    <a:pt x="0" y="402"/>
                  </a:cubicBezTo>
                  <a:cubicBezTo>
                    <a:pt x="67" y="431"/>
                    <a:pt x="135" y="435"/>
                    <a:pt x="189" y="435"/>
                  </a:cubicBezTo>
                  <a:cubicBezTo>
                    <a:pt x="243" y="435"/>
                    <a:pt x="309" y="431"/>
                    <a:pt x="376" y="402"/>
                  </a:cubicBezTo>
                  <a:cubicBezTo>
                    <a:pt x="345" y="388"/>
                    <a:pt x="279" y="338"/>
                    <a:pt x="265" y="308"/>
                  </a:cubicBezTo>
                  <a:close/>
                </a:path>
              </a:pathLst>
            </a:custGeom>
            <a:solidFill>
              <a:srgbClr val="4F8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412038" y="6188075"/>
              <a:ext cx="84138" cy="392113"/>
            </a:xfrm>
            <a:custGeom>
              <a:avLst/>
              <a:gdLst>
                <a:gd name="T0" fmla="*/ 47 w 47"/>
                <a:gd name="T1" fmla="*/ 208 h 217"/>
                <a:gd name="T2" fmla="*/ 23 w 47"/>
                <a:gd name="T3" fmla="*/ 217 h 217"/>
                <a:gd name="T4" fmla="*/ 23 w 47"/>
                <a:gd name="T5" fmla="*/ 217 h 217"/>
                <a:gd name="T6" fmla="*/ 0 w 47"/>
                <a:gd name="T7" fmla="*/ 208 h 217"/>
                <a:gd name="T8" fmla="*/ 0 w 47"/>
                <a:gd name="T9" fmla="*/ 9 h 217"/>
                <a:gd name="T10" fmla="*/ 23 w 47"/>
                <a:gd name="T11" fmla="*/ 0 h 217"/>
                <a:gd name="T12" fmla="*/ 23 w 47"/>
                <a:gd name="T13" fmla="*/ 0 h 217"/>
                <a:gd name="T14" fmla="*/ 47 w 47"/>
                <a:gd name="T15" fmla="*/ 9 h 217"/>
                <a:gd name="T16" fmla="*/ 47 w 47"/>
                <a:gd name="T17" fmla="*/ 208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217">
                  <a:moveTo>
                    <a:pt x="47" y="208"/>
                  </a:moveTo>
                  <a:cubicBezTo>
                    <a:pt x="47" y="213"/>
                    <a:pt x="36" y="217"/>
                    <a:pt x="23" y="217"/>
                  </a:cubicBezTo>
                  <a:cubicBezTo>
                    <a:pt x="23" y="217"/>
                    <a:pt x="23" y="217"/>
                    <a:pt x="23" y="217"/>
                  </a:cubicBezTo>
                  <a:cubicBezTo>
                    <a:pt x="10" y="217"/>
                    <a:pt x="0" y="213"/>
                    <a:pt x="0" y="20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6" y="0"/>
                    <a:pt x="47" y="4"/>
                    <a:pt x="47" y="9"/>
                  </a:cubicBezTo>
                  <a:lnTo>
                    <a:pt x="47" y="208"/>
                  </a:ln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064376" y="5481638"/>
              <a:ext cx="777875" cy="904875"/>
            </a:xfrm>
            <a:custGeom>
              <a:avLst/>
              <a:gdLst>
                <a:gd name="T0" fmla="*/ 304 w 432"/>
                <a:gd name="T1" fmla="*/ 354 h 500"/>
                <a:gd name="T2" fmla="*/ 412 w 432"/>
                <a:gd name="T3" fmla="*/ 335 h 500"/>
                <a:gd name="T4" fmla="*/ 287 w 432"/>
                <a:gd name="T5" fmla="*/ 241 h 500"/>
                <a:gd name="T6" fmla="*/ 381 w 432"/>
                <a:gd name="T7" fmla="*/ 213 h 500"/>
                <a:gd name="T8" fmla="*/ 272 w 432"/>
                <a:gd name="T9" fmla="*/ 139 h 500"/>
                <a:gd name="T10" fmla="*/ 317 w 432"/>
                <a:gd name="T11" fmla="*/ 120 h 500"/>
                <a:gd name="T12" fmla="*/ 218 w 432"/>
                <a:gd name="T13" fmla="*/ 0 h 500"/>
                <a:gd name="T14" fmla="*/ 104 w 432"/>
                <a:gd name="T15" fmla="*/ 119 h 500"/>
                <a:gd name="T16" fmla="*/ 159 w 432"/>
                <a:gd name="T17" fmla="*/ 141 h 500"/>
                <a:gd name="T18" fmla="*/ 51 w 432"/>
                <a:gd name="T19" fmla="*/ 213 h 500"/>
                <a:gd name="T20" fmla="*/ 145 w 432"/>
                <a:gd name="T21" fmla="*/ 241 h 500"/>
                <a:gd name="T22" fmla="*/ 21 w 432"/>
                <a:gd name="T23" fmla="*/ 335 h 500"/>
                <a:gd name="T24" fmla="*/ 128 w 432"/>
                <a:gd name="T25" fmla="*/ 354 h 500"/>
                <a:gd name="T26" fmla="*/ 0 w 432"/>
                <a:gd name="T27" fmla="*/ 461 h 500"/>
                <a:gd name="T28" fmla="*/ 217 w 432"/>
                <a:gd name="T29" fmla="*/ 500 h 500"/>
                <a:gd name="T30" fmla="*/ 432 w 432"/>
                <a:gd name="T31" fmla="*/ 461 h 500"/>
                <a:gd name="T32" fmla="*/ 304 w 432"/>
                <a:gd name="T33" fmla="*/ 354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2" h="500">
                  <a:moveTo>
                    <a:pt x="304" y="354"/>
                  </a:moveTo>
                  <a:cubicBezTo>
                    <a:pt x="337" y="355"/>
                    <a:pt x="387" y="351"/>
                    <a:pt x="412" y="335"/>
                  </a:cubicBezTo>
                  <a:cubicBezTo>
                    <a:pt x="364" y="316"/>
                    <a:pt x="312" y="273"/>
                    <a:pt x="287" y="241"/>
                  </a:cubicBezTo>
                  <a:cubicBezTo>
                    <a:pt x="328" y="236"/>
                    <a:pt x="348" y="236"/>
                    <a:pt x="381" y="213"/>
                  </a:cubicBezTo>
                  <a:cubicBezTo>
                    <a:pt x="337" y="205"/>
                    <a:pt x="289" y="163"/>
                    <a:pt x="272" y="139"/>
                  </a:cubicBezTo>
                  <a:cubicBezTo>
                    <a:pt x="295" y="133"/>
                    <a:pt x="296" y="131"/>
                    <a:pt x="317" y="120"/>
                  </a:cubicBezTo>
                  <a:cubicBezTo>
                    <a:pt x="264" y="91"/>
                    <a:pt x="228" y="39"/>
                    <a:pt x="218" y="0"/>
                  </a:cubicBezTo>
                  <a:cubicBezTo>
                    <a:pt x="196" y="62"/>
                    <a:pt x="163" y="97"/>
                    <a:pt x="104" y="119"/>
                  </a:cubicBezTo>
                  <a:cubicBezTo>
                    <a:pt x="123" y="131"/>
                    <a:pt x="139" y="137"/>
                    <a:pt x="159" y="141"/>
                  </a:cubicBezTo>
                  <a:cubicBezTo>
                    <a:pt x="142" y="165"/>
                    <a:pt x="96" y="205"/>
                    <a:pt x="51" y="213"/>
                  </a:cubicBezTo>
                  <a:cubicBezTo>
                    <a:pt x="84" y="236"/>
                    <a:pt x="104" y="236"/>
                    <a:pt x="145" y="241"/>
                  </a:cubicBezTo>
                  <a:cubicBezTo>
                    <a:pt x="120" y="273"/>
                    <a:pt x="68" y="316"/>
                    <a:pt x="21" y="335"/>
                  </a:cubicBezTo>
                  <a:cubicBezTo>
                    <a:pt x="46" y="351"/>
                    <a:pt x="95" y="355"/>
                    <a:pt x="128" y="354"/>
                  </a:cubicBezTo>
                  <a:cubicBezTo>
                    <a:pt x="111" y="388"/>
                    <a:pt x="36" y="446"/>
                    <a:pt x="0" y="461"/>
                  </a:cubicBezTo>
                  <a:cubicBezTo>
                    <a:pt x="77" y="496"/>
                    <a:pt x="155" y="500"/>
                    <a:pt x="217" y="500"/>
                  </a:cubicBezTo>
                  <a:cubicBezTo>
                    <a:pt x="279" y="500"/>
                    <a:pt x="355" y="496"/>
                    <a:pt x="432" y="461"/>
                  </a:cubicBezTo>
                  <a:cubicBezTo>
                    <a:pt x="396" y="446"/>
                    <a:pt x="321" y="388"/>
                    <a:pt x="304" y="354"/>
                  </a:cubicBezTo>
                  <a:close/>
                </a:path>
              </a:pathLst>
            </a:custGeom>
            <a:solidFill>
              <a:srgbClr val="699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470776" y="6321425"/>
              <a:ext cx="61913" cy="284163"/>
            </a:xfrm>
            <a:custGeom>
              <a:avLst/>
              <a:gdLst>
                <a:gd name="T0" fmla="*/ 34 w 34"/>
                <a:gd name="T1" fmla="*/ 150 h 157"/>
                <a:gd name="T2" fmla="*/ 17 w 34"/>
                <a:gd name="T3" fmla="*/ 157 h 157"/>
                <a:gd name="T4" fmla="*/ 17 w 34"/>
                <a:gd name="T5" fmla="*/ 157 h 157"/>
                <a:gd name="T6" fmla="*/ 0 w 34"/>
                <a:gd name="T7" fmla="*/ 150 h 157"/>
                <a:gd name="T8" fmla="*/ 0 w 34"/>
                <a:gd name="T9" fmla="*/ 7 h 157"/>
                <a:gd name="T10" fmla="*/ 17 w 34"/>
                <a:gd name="T11" fmla="*/ 0 h 157"/>
                <a:gd name="T12" fmla="*/ 17 w 34"/>
                <a:gd name="T13" fmla="*/ 0 h 157"/>
                <a:gd name="T14" fmla="*/ 34 w 34"/>
                <a:gd name="T15" fmla="*/ 7 h 157"/>
                <a:gd name="T16" fmla="*/ 34 w 34"/>
                <a:gd name="T17" fmla="*/ 15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157">
                  <a:moveTo>
                    <a:pt x="34" y="150"/>
                  </a:moveTo>
                  <a:cubicBezTo>
                    <a:pt x="34" y="154"/>
                    <a:pt x="27" y="157"/>
                    <a:pt x="17" y="157"/>
                  </a:cubicBezTo>
                  <a:cubicBezTo>
                    <a:pt x="17" y="157"/>
                    <a:pt x="17" y="157"/>
                    <a:pt x="17" y="157"/>
                  </a:cubicBezTo>
                  <a:cubicBezTo>
                    <a:pt x="8" y="157"/>
                    <a:pt x="0" y="154"/>
                    <a:pt x="0" y="15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8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7" y="0"/>
                    <a:pt x="34" y="3"/>
                    <a:pt x="34" y="7"/>
                  </a:cubicBezTo>
                  <a:lnTo>
                    <a:pt x="34" y="150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221538" y="5808663"/>
              <a:ext cx="563563" cy="655638"/>
            </a:xfrm>
            <a:custGeom>
              <a:avLst/>
              <a:gdLst>
                <a:gd name="T0" fmla="*/ 220 w 313"/>
                <a:gd name="T1" fmla="*/ 257 h 362"/>
                <a:gd name="T2" fmla="*/ 298 w 313"/>
                <a:gd name="T3" fmla="*/ 243 h 362"/>
                <a:gd name="T4" fmla="*/ 207 w 313"/>
                <a:gd name="T5" fmla="*/ 175 h 362"/>
                <a:gd name="T6" fmla="*/ 275 w 313"/>
                <a:gd name="T7" fmla="*/ 155 h 362"/>
                <a:gd name="T8" fmla="*/ 197 w 313"/>
                <a:gd name="T9" fmla="*/ 101 h 362"/>
                <a:gd name="T10" fmla="*/ 229 w 313"/>
                <a:gd name="T11" fmla="*/ 88 h 362"/>
                <a:gd name="T12" fmla="*/ 157 w 313"/>
                <a:gd name="T13" fmla="*/ 0 h 362"/>
                <a:gd name="T14" fmla="*/ 75 w 313"/>
                <a:gd name="T15" fmla="*/ 87 h 362"/>
                <a:gd name="T16" fmla="*/ 115 w 313"/>
                <a:gd name="T17" fmla="*/ 102 h 362"/>
                <a:gd name="T18" fmla="*/ 37 w 313"/>
                <a:gd name="T19" fmla="*/ 155 h 362"/>
                <a:gd name="T20" fmla="*/ 105 w 313"/>
                <a:gd name="T21" fmla="*/ 175 h 362"/>
                <a:gd name="T22" fmla="*/ 15 w 313"/>
                <a:gd name="T23" fmla="*/ 243 h 362"/>
                <a:gd name="T24" fmla="*/ 93 w 313"/>
                <a:gd name="T25" fmla="*/ 257 h 362"/>
                <a:gd name="T26" fmla="*/ 0 w 313"/>
                <a:gd name="T27" fmla="*/ 335 h 362"/>
                <a:gd name="T28" fmla="*/ 157 w 313"/>
                <a:gd name="T29" fmla="*/ 362 h 362"/>
                <a:gd name="T30" fmla="*/ 313 w 313"/>
                <a:gd name="T31" fmla="*/ 335 h 362"/>
                <a:gd name="T32" fmla="*/ 220 w 313"/>
                <a:gd name="T33" fmla="*/ 257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3" h="362">
                  <a:moveTo>
                    <a:pt x="220" y="257"/>
                  </a:moveTo>
                  <a:cubicBezTo>
                    <a:pt x="244" y="257"/>
                    <a:pt x="280" y="255"/>
                    <a:pt x="298" y="243"/>
                  </a:cubicBezTo>
                  <a:cubicBezTo>
                    <a:pt x="263" y="229"/>
                    <a:pt x="226" y="199"/>
                    <a:pt x="207" y="175"/>
                  </a:cubicBezTo>
                  <a:cubicBezTo>
                    <a:pt x="237" y="171"/>
                    <a:pt x="252" y="171"/>
                    <a:pt x="275" y="155"/>
                  </a:cubicBezTo>
                  <a:cubicBezTo>
                    <a:pt x="243" y="149"/>
                    <a:pt x="209" y="119"/>
                    <a:pt x="197" y="101"/>
                  </a:cubicBezTo>
                  <a:cubicBezTo>
                    <a:pt x="213" y="97"/>
                    <a:pt x="214" y="96"/>
                    <a:pt x="229" y="88"/>
                  </a:cubicBezTo>
                  <a:cubicBezTo>
                    <a:pt x="191" y="66"/>
                    <a:pt x="165" y="29"/>
                    <a:pt x="157" y="0"/>
                  </a:cubicBezTo>
                  <a:cubicBezTo>
                    <a:pt x="142" y="45"/>
                    <a:pt x="118" y="71"/>
                    <a:pt x="75" y="87"/>
                  </a:cubicBezTo>
                  <a:cubicBezTo>
                    <a:pt x="89" y="96"/>
                    <a:pt x="100" y="99"/>
                    <a:pt x="115" y="102"/>
                  </a:cubicBezTo>
                  <a:cubicBezTo>
                    <a:pt x="103" y="120"/>
                    <a:pt x="69" y="149"/>
                    <a:pt x="37" y="155"/>
                  </a:cubicBezTo>
                  <a:cubicBezTo>
                    <a:pt x="60" y="171"/>
                    <a:pt x="75" y="171"/>
                    <a:pt x="105" y="175"/>
                  </a:cubicBezTo>
                  <a:cubicBezTo>
                    <a:pt x="87" y="199"/>
                    <a:pt x="49" y="229"/>
                    <a:pt x="15" y="243"/>
                  </a:cubicBezTo>
                  <a:cubicBezTo>
                    <a:pt x="33" y="255"/>
                    <a:pt x="69" y="257"/>
                    <a:pt x="93" y="257"/>
                  </a:cubicBezTo>
                  <a:cubicBezTo>
                    <a:pt x="80" y="281"/>
                    <a:pt x="26" y="324"/>
                    <a:pt x="0" y="335"/>
                  </a:cubicBezTo>
                  <a:cubicBezTo>
                    <a:pt x="55" y="359"/>
                    <a:pt x="112" y="362"/>
                    <a:pt x="157" y="362"/>
                  </a:cubicBezTo>
                  <a:cubicBezTo>
                    <a:pt x="202" y="362"/>
                    <a:pt x="257" y="359"/>
                    <a:pt x="313" y="335"/>
                  </a:cubicBezTo>
                  <a:cubicBezTo>
                    <a:pt x="286" y="324"/>
                    <a:pt x="232" y="281"/>
                    <a:pt x="220" y="257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出自【趣你的PPT】(微信:qunideppt)：最优质的PPT资源库"/>
            <p:cNvSpPr>
              <a:spLocks/>
            </p:cNvSpPr>
            <p:nvPr/>
          </p:nvSpPr>
          <p:spPr bwMode="auto">
            <a:xfrm>
              <a:off x="8169276" y="6224588"/>
              <a:ext cx="80963" cy="371475"/>
            </a:xfrm>
            <a:custGeom>
              <a:avLst/>
              <a:gdLst>
                <a:gd name="T0" fmla="*/ 45 w 45"/>
                <a:gd name="T1" fmla="*/ 197 h 206"/>
                <a:gd name="T2" fmla="*/ 23 w 45"/>
                <a:gd name="T3" fmla="*/ 206 h 206"/>
                <a:gd name="T4" fmla="*/ 23 w 45"/>
                <a:gd name="T5" fmla="*/ 206 h 206"/>
                <a:gd name="T6" fmla="*/ 0 w 45"/>
                <a:gd name="T7" fmla="*/ 197 h 206"/>
                <a:gd name="T8" fmla="*/ 0 w 45"/>
                <a:gd name="T9" fmla="*/ 9 h 206"/>
                <a:gd name="T10" fmla="*/ 23 w 45"/>
                <a:gd name="T11" fmla="*/ 0 h 206"/>
                <a:gd name="T12" fmla="*/ 23 w 45"/>
                <a:gd name="T13" fmla="*/ 0 h 206"/>
                <a:gd name="T14" fmla="*/ 45 w 45"/>
                <a:gd name="T15" fmla="*/ 9 h 206"/>
                <a:gd name="T16" fmla="*/ 45 w 45"/>
                <a:gd name="T17" fmla="*/ 197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206">
                  <a:moveTo>
                    <a:pt x="45" y="197"/>
                  </a:moveTo>
                  <a:cubicBezTo>
                    <a:pt x="45" y="202"/>
                    <a:pt x="35" y="206"/>
                    <a:pt x="23" y="206"/>
                  </a:cubicBezTo>
                  <a:cubicBezTo>
                    <a:pt x="23" y="206"/>
                    <a:pt x="23" y="206"/>
                    <a:pt x="23" y="206"/>
                  </a:cubicBezTo>
                  <a:cubicBezTo>
                    <a:pt x="10" y="206"/>
                    <a:pt x="0" y="202"/>
                    <a:pt x="0" y="19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5" y="4"/>
                    <a:pt x="45" y="9"/>
                  </a:cubicBezTo>
                  <a:lnTo>
                    <a:pt x="45" y="197"/>
                  </a:ln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839076" y="5553075"/>
              <a:ext cx="741363" cy="858838"/>
            </a:xfrm>
            <a:custGeom>
              <a:avLst/>
              <a:gdLst>
                <a:gd name="T0" fmla="*/ 289 w 411"/>
                <a:gd name="T1" fmla="*/ 336 h 475"/>
                <a:gd name="T2" fmla="*/ 392 w 411"/>
                <a:gd name="T3" fmla="*/ 319 h 475"/>
                <a:gd name="T4" fmla="*/ 273 w 411"/>
                <a:gd name="T5" fmla="*/ 229 h 475"/>
                <a:gd name="T6" fmla="*/ 362 w 411"/>
                <a:gd name="T7" fmla="*/ 203 h 475"/>
                <a:gd name="T8" fmla="*/ 259 w 411"/>
                <a:gd name="T9" fmla="*/ 133 h 475"/>
                <a:gd name="T10" fmla="*/ 301 w 411"/>
                <a:gd name="T11" fmla="*/ 115 h 475"/>
                <a:gd name="T12" fmla="*/ 207 w 411"/>
                <a:gd name="T13" fmla="*/ 0 h 475"/>
                <a:gd name="T14" fmla="*/ 99 w 411"/>
                <a:gd name="T15" fmla="*/ 113 h 475"/>
                <a:gd name="T16" fmla="*/ 152 w 411"/>
                <a:gd name="T17" fmla="*/ 134 h 475"/>
                <a:gd name="T18" fmla="*/ 49 w 411"/>
                <a:gd name="T19" fmla="*/ 203 h 475"/>
                <a:gd name="T20" fmla="*/ 138 w 411"/>
                <a:gd name="T21" fmla="*/ 229 h 475"/>
                <a:gd name="T22" fmla="*/ 20 w 411"/>
                <a:gd name="T23" fmla="*/ 319 h 475"/>
                <a:gd name="T24" fmla="*/ 122 w 411"/>
                <a:gd name="T25" fmla="*/ 336 h 475"/>
                <a:gd name="T26" fmla="*/ 0 w 411"/>
                <a:gd name="T27" fmla="*/ 439 h 475"/>
                <a:gd name="T28" fmla="*/ 206 w 411"/>
                <a:gd name="T29" fmla="*/ 475 h 475"/>
                <a:gd name="T30" fmla="*/ 411 w 411"/>
                <a:gd name="T31" fmla="*/ 439 h 475"/>
                <a:gd name="T32" fmla="*/ 289 w 411"/>
                <a:gd name="T33" fmla="*/ 336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1" h="475">
                  <a:moveTo>
                    <a:pt x="289" y="336"/>
                  </a:moveTo>
                  <a:cubicBezTo>
                    <a:pt x="320" y="337"/>
                    <a:pt x="368" y="334"/>
                    <a:pt x="392" y="319"/>
                  </a:cubicBezTo>
                  <a:cubicBezTo>
                    <a:pt x="346" y="301"/>
                    <a:pt x="297" y="260"/>
                    <a:pt x="273" y="229"/>
                  </a:cubicBezTo>
                  <a:cubicBezTo>
                    <a:pt x="312" y="224"/>
                    <a:pt x="331" y="224"/>
                    <a:pt x="362" y="203"/>
                  </a:cubicBezTo>
                  <a:cubicBezTo>
                    <a:pt x="320" y="195"/>
                    <a:pt x="275" y="155"/>
                    <a:pt x="259" y="133"/>
                  </a:cubicBezTo>
                  <a:cubicBezTo>
                    <a:pt x="281" y="126"/>
                    <a:pt x="282" y="125"/>
                    <a:pt x="301" y="115"/>
                  </a:cubicBezTo>
                  <a:cubicBezTo>
                    <a:pt x="251" y="86"/>
                    <a:pt x="217" y="37"/>
                    <a:pt x="207" y="0"/>
                  </a:cubicBezTo>
                  <a:cubicBezTo>
                    <a:pt x="187" y="59"/>
                    <a:pt x="156" y="93"/>
                    <a:pt x="99" y="113"/>
                  </a:cubicBezTo>
                  <a:cubicBezTo>
                    <a:pt x="117" y="125"/>
                    <a:pt x="132" y="130"/>
                    <a:pt x="152" y="134"/>
                  </a:cubicBezTo>
                  <a:cubicBezTo>
                    <a:pt x="135" y="157"/>
                    <a:pt x="91" y="195"/>
                    <a:pt x="49" y="203"/>
                  </a:cubicBezTo>
                  <a:cubicBezTo>
                    <a:pt x="80" y="224"/>
                    <a:pt x="99" y="224"/>
                    <a:pt x="138" y="229"/>
                  </a:cubicBezTo>
                  <a:cubicBezTo>
                    <a:pt x="114" y="260"/>
                    <a:pt x="65" y="301"/>
                    <a:pt x="20" y="319"/>
                  </a:cubicBezTo>
                  <a:cubicBezTo>
                    <a:pt x="44" y="334"/>
                    <a:pt x="91" y="337"/>
                    <a:pt x="122" y="336"/>
                  </a:cubicBezTo>
                  <a:cubicBezTo>
                    <a:pt x="106" y="369"/>
                    <a:pt x="35" y="424"/>
                    <a:pt x="0" y="439"/>
                  </a:cubicBezTo>
                  <a:cubicBezTo>
                    <a:pt x="73" y="471"/>
                    <a:pt x="148" y="475"/>
                    <a:pt x="206" y="475"/>
                  </a:cubicBezTo>
                  <a:cubicBezTo>
                    <a:pt x="265" y="475"/>
                    <a:pt x="338" y="471"/>
                    <a:pt x="411" y="439"/>
                  </a:cubicBezTo>
                  <a:cubicBezTo>
                    <a:pt x="377" y="424"/>
                    <a:pt x="305" y="369"/>
                    <a:pt x="289" y="336"/>
                  </a:cubicBezTo>
                  <a:close/>
                </a:path>
              </a:pathLst>
            </a:custGeom>
            <a:solidFill>
              <a:srgbClr val="8DB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4" name="Group 73出自【趣你的PPT】(微信:qunideppt)：最优质的PPT资源库"/>
          <p:cNvGrpSpPr/>
          <p:nvPr/>
        </p:nvGrpSpPr>
        <p:grpSpPr>
          <a:xfrm>
            <a:off x="8737075" y="563977"/>
            <a:ext cx="3289774" cy="965164"/>
            <a:chOff x="8048786" y="394295"/>
            <a:chExt cx="3839224" cy="1126363"/>
          </a:xfrm>
        </p:grpSpPr>
        <p:grpSp>
          <p:nvGrpSpPr>
            <p:cNvPr id="61" name="组合 60"/>
            <p:cNvGrpSpPr/>
            <p:nvPr/>
          </p:nvGrpSpPr>
          <p:grpSpPr>
            <a:xfrm>
              <a:off x="9863263" y="394295"/>
              <a:ext cx="2024747" cy="636465"/>
              <a:chOff x="1019176" y="1452562"/>
              <a:chExt cx="2290763" cy="809626"/>
            </a:xfrm>
          </p:grpSpPr>
          <p:sp>
            <p:nvSpPr>
              <p:cNvPr id="62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1655763" y="1890713"/>
                <a:ext cx="411163" cy="158750"/>
              </a:xfrm>
              <a:custGeom>
                <a:avLst/>
                <a:gdLst>
                  <a:gd name="T0" fmla="*/ 102 w 109"/>
                  <a:gd name="T1" fmla="*/ 10 h 42"/>
                  <a:gd name="T2" fmla="*/ 58 w 109"/>
                  <a:gd name="T3" fmla="*/ 25 h 42"/>
                  <a:gd name="T4" fmla="*/ 3 w 109"/>
                  <a:gd name="T5" fmla="*/ 17 h 42"/>
                  <a:gd name="T6" fmla="*/ 15 w 109"/>
                  <a:gd name="T7" fmla="*/ 17 h 42"/>
                  <a:gd name="T8" fmla="*/ 49 w 109"/>
                  <a:gd name="T9" fmla="*/ 37 h 42"/>
                  <a:gd name="T10" fmla="*/ 62 w 109"/>
                  <a:gd name="T11" fmla="*/ 35 h 42"/>
                  <a:gd name="T12" fmla="*/ 93 w 109"/>
                  <a:gd name="T13" fmla="*/ 16 h 42"/>
                  <a:gd name="T14" fmla="*/ 102 w 109"/>
                  <a:gd name="T15" fmla="*/ 1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9" h="42">
                    <a:moveTo>
                      <a:pt x="102" y="10"/>
                    </a:moveTo>
                    <a:cubicBezTo>
                      <a:pt x="85" y="7"/>
                      <a:pt x="69" y="13"/>
                      <a:pt x="58" y="25"/>
                    </a:cubicBezTo>
                    <a:cubicBezTo>
                      <a:pt x="46" y="7"/>
                      <a:pt x="20" y="0"/>
                      <a:pt x="3" y="17"/>
                    </a:cubicBezTo>
                    <a:cubicBezTo>
                      <a:pt x="0" y="20"/>
                      <a:pt x="13" y="19"/>
                      <a:pt x="15" y="17"/>
                    </a:cubicBezTo>
                    <a:cubicBezTo>
                      <a:pt x="28" y="3"/>
                      <a:pt x="46" y="27"/>
                      <a:pt x="49" y="37"/>
                    </a:cubicBezTo>
                    <a:cubicBezTo>
                      <a:pt x="51" y="42"/>
                      <a:pt x="61" y="38"/>
                      <a:pt x="62" y="35"/>
                    </a:cubicBezTo>
                    <a:cubicBezTo>
                      <a:pt x="68" y="23"/>
                      <a:pt x="77" y="13"/>
                      <a:pt x="93" y="16"/>
                    </a:cubicBezTo>
                    <a:cubicBezTo>
                      <a:pt x="97" y="17"/>
                      <a:pt x="109" y="11"/>
                      <a:pt x="102" y="1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1019176" y="1619250"/>
                <a:ext cx="411163" cy="160338"/>
              </a:xfrm>
              <a:custGeom>
                <a:avLst/>
                <a:gdLst>
                  <a:gd name="T0" fmla="*/ 102 w 109"/>
                  <a:gd name="T1" fmla="*/ 10 h 42"/>
                  <a:gd name="T2" fmla="*/ 58 w 109"/>
                  <a:gd name="T3" fmla="*/ 25 h 42"/>
                  <a:gd name="T4" fmla="*/ 3 w 109"/>
                  <a:gd name="T5" fmla="*/ 17 h 42"/>
                  <a:gd name="T6" fmla="*/ 15 w 109"/>
                  <a:gd name="T7" fmla="*/ 17 h 42"/>
                  <a:gd name="T8" fmla="*/ 50 w 109"/>
                  <a:gd name="T9" fmla="*/ 37 h 42"/>
                  <a:gd name="T10" fmla="*/ 63 w 109"/>
                  <a:gd name="T11" fmla="*/ 35 h 42"/>
                  <a:gd name="T12" fmla="*/ 94 w 109"/>
                  <a:gd name="T13" fmla="*/ 16 h 42"/>
                  <a:gd name="T14" fmla="*/ 102 w 109"/>
                  <a:gd name="T15" fmla="*/ 1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9" h="42">
                    <a:moveTo>
                      <a:pt x="102" y="10"/>
                    </a:moveTo>
                    <a:cubicBezTo>
                      <a:pt x="85" y="7"/>
                      <a:pt x="69" y="13"/>
                      <a:pt x="58" y="25"/>
                    </a:cubicBezTo>
                    <a:cubicBezTo>
                      <a:pt x="46" y="7"/>
                      <a:pt x="20" y="0"/>
                      <a:pt x="3" y="17"/>
                    </a:cubicBezTo>
                    <a:cubicBezTo>
                      <a:pt x="0" y="20"/>
                      <a:pt x="13" y="19"/>
                      <a:pt x="15" y="17"/>
                    </a:cubicBezTo>
                    <a:cubicBezTo>
                      <a:pt x="29" y="3"/>
                      <a:pt x="46" y="27"/>
                      <a:pt x="50" y="37"/>
                    </a:cubicBezTo>
                    <a:cubicBezTo>
                      <a:pt x="51" y="42"/>
                      <a:pt x="61" y="38"/>
                      <a:pt x="63" y="35"/>
                    </a:cubicBezTo>
                    <a:cubicBezTo>
                      <a:pt x="69" y="23"/>
                      <a:pt x="77" y="13"/>
                      <a:pt x="94" y="16"/>
                    </a:cubicBezTo>
                    <a:cubicBezTo>
                      <a:pt x="97" y="17"/>
                      <a:pt x="109" y="11"/>
                      <a:pt x="102" y="1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1628776" y="1509713"/>
                <a:ext cx="411163" cy="160338"/>
              </a:xfrm>
              <a:custGeom>
                <a:avLst/>
                <a:gdLst>
                  <a:gd name="T0" fmla="*/ 102 w 109"/>
                  <a:gd name="T1" fmla="*/ 11 h 42"/>
                  <a:gd name="T2" fmla="*/ 58 w 109"/>
                  <a:gd name="T3" fmla="*/ 25 h 42"/>
                  <a:gd name="T4" fmla="*/ 4 w 109"/>
                  <a:gd name="T5" fmla="*/ 17 h 42"/>
                  <a:gd name="T6" fmla="*/ 16 w 109"/>
                  <a:gd name="T7" fmla="*/ 17 h 42"/>
                  <a:gd name="T8" fmla="*/ 50 w 109"/>
                  <a:gd name="T9" fmla="*/ 38 h 42"/>
                  <a:gd name="T10" fmla="*/ 63 w 109"/>
                  <a:gd name="T11" fmla="*/ 36 h 42"/>
                  <a:gd name="T12" fmla="*/ 94 w 109"/>
                  <a:gd name="T13" fmla="*/ 17 h 42"/>
                  <a:gd name="T14" fmla="*/ 102 w 109"/>
                  <a:gd name="T15" fmla="*/ 1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9" h="42">
                    <a:moveTo>
                      <a:pt x="102" y="11"/>
                    </a:moveTo>
                    <a:cubicBezTo>
                      <a:pt x="85" y="8"/>
                      <a:pt x="69" y="13"/>
                      <a:pt x="58" y="25"/>
                    </a:cubicBezTo>
                    <a:cubicBezTo>
                      <a:pt x="46" y="7"/>
                      <a:pt x="20" y="0"/>
                      <a:pt x="4" y="17"/>
                    </a:cubicBezTo>
                    <a:cubicBezTo>
                      <a:pt x="0" y="21"/>
                      <a:pt x="13" y="20"/>
                      <a:pt x="16" y="17"/>
                    </a:cubicBezTo>
                    <a:cubicBezTo>
                      <a:pt x="29" y="4"/>
                      <a:pt x="47" y="28"/>
                      <a:pt x="50" y="38"/>
                    </a:cubicBezTo>
                    <a:cubicBezTo>
                      <a:pt x="51" y="42"/>
                      <a:pt x="62" y="39"/>
                      <a:pt x="63" y="36"/>
                    </a:cubicBezTo>
                    <a:cubicBezTo>
                      <a:pt x="69" y="24"/>
                      <a:pt x="77" y="14"/>
                      <a:pt x="94" y="17"/>
                    </a:cubicBezTo>
                    <a:cubicBezTo>
                      <a:pt x="97" y="18"/>
                      <a:pt x="109" y="12"/>
                      <a:pt x="102" y="1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2281238" y="1711325"/>
                <a:ext cx="411163" cy="160338"/>
              </a:xfrm>
              <a:custGeom>
                <a:avLst/>
                <a:gdLst>
                  <a:gd name="T0" fmla="*/ 102 w 109"/>
                  <a:gd name="T1" fmla="*/ 11 h 42"/>
                  <a:gd name="T2" fmla="*/ 58 w 109"/>
                  <a:gd name="T3" fmla="*/ 25 h 42"/>
                  <a:gd name="T4" fmla="*/ 4 w 109"/>
                  <a:gd name="T5" fmla="*/ 17 h 42"/>
                  <a:gd name="T6" fmla="*/ 16 w 109"/>
                  <a:gd name="T7" fmla="*/ 17 h 42"/>
                  <a:gd name="T8" fmla="*/ 50 w 109"/>
                  <a:gd name="T9" fmla="*/ 38 h 42"/>
                  <a:gd name="T10" fmla="*/ 63 w 109"/>
                  <a:gd name="T11" fmla="*/ 36 h 42"/>
                  <a:gd name="T12" fmla="*/ 94 w 109"/>
                  <a:gd name="T13" fmla="*/ 17 h 42"/>
                  <a:gd name="T14" fmla="*/ 102 w 109"/>
                  <a:gd name="T15" fmla="*/ 1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9" h="42">
                    <a:moveTo>
                      <a:pt x="102" y="11"/>
                    </a:moveTo>
                    <a:cubicBezTo>
                      <a:pt x="85" y="8"/>
                      <a:pt x="69" y="13"/>
                      <a:pt x="58" y="25"/>
                    </a:cubicBezTo>
                    <a:cubicBezTo>
                      <a:pt x="46" y="7"/>
                      <a:pt x="20" y="0"/>
                      <a:pt x="4" y="17"/>
                    </a:cubicBezTo>
                    <a:cubicBezTo>
                      <a:pt x="0" y="21"/>
                      <a:pt x="13" y="20"/>
                      <a:pt x="16" y="17"/>
                    </a:cubicBezTo>
                    <a:cubicBezTo>
                      <a:pt x="29" y="4"/>
                      <a:pt x="47" y="28"/>
                      <a:pt x="50" y="38"/>
                    </a:cubicBezTo>
                    <a:cubicBezTo>
                      <a:pt x="51" y="42"/>
                      <a:pt x="62" y="39"/>
                      <a:pt x="63" y="36"/>
                    </a:cubicBezTo>
                    <a:cubicBezTo>
                      <a:pt x="69" y="24"/>
                      <a:pt x="77" y="14"/>
                      <a:pt x="94" y="17"/>
                    </a:cubicBezTo>
                    <a:cubicBezTo>
                      <a:pt x="97" y="17"/>
                      <a:pt x="109" y="12"/>
                      <a:pt x="102" y="11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2138363" y="2103438"/>
                <a:ext cx="414338" cy="158750"/>
              </a:xfrm>
              <a:custGeom>
                <a:avLst/>
                <a:gdLst>
                  <a:gd name="T0" fmla="*/ 103 w 110"/>
                  <a:gd name="T1" fmla="*/ 11 h 42"/>
                  <a:gd name="T2" fmla="*/ 59 w 110"/>
                  <a:gd name="T3" fmla="*/ 25 h 42"/>
                  <a:gd name="T4" fmla="*/ 4 w 110"/>
                  <a:gd name="T5" fmla="*/ 17 h 42"/>
                  <a:gd name="T6" fmla="*/ 16 w 110"/>
                  <a:gd name="T7" fmla="*/ 17 h 42"/>
                  <a:gd name="T8" fmla="*/ 50 w 110"/>
                  <a:gd name="T9" fmla="*/ 38 h 42"/>
                  <a:gd name="T10" fmla="*/ 63 w 110"/>
                  <a:gd name="T11" fmla="*/ 35 h 42"/>
                  <a:gd name="T12" fmla="*/ 94 w 110"/>
                  <a:gd name="T13" fmla="*/ 17 h 42"/>
                  <a:gd name="T14" fmla="*/ 103 w 110"/>
                  <a:gd name="T15" fmla="*/ 1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0" h="42">
                    <a:moveTo>
                      <a:pt x="103" y="11"/>
                    </a:moveTo>
                    <a:cubicBezTo>
                      <a:pt x="86" y="8"/>
                      <a:pt x="70" y="13"/>
                      <a:pt x="59" y="25"/>
                    </a:cubicBezTo>
                    <a:cubicBezTo>
                      <a:pt x="47" y="7"/>
                      <a:pt x="20" y="0"/>
                      <a:pt x="4" y="17"/>
                    </a:cubicBezTo>
                    <a:cubicBezTo>
                      <a:pt x="0" y="20"/>
                      <a:pt x="13" y="20"/>
                      <a:pt x="16" y="17"/>
                    </a:cubicBezTo>
                    <a:cubicBezTo>
                      <a:pt x="29" y="3"/>
                      <a:pt x="47" y="27"/>
                      <a:pt x="50" y="38"/>
                    </a:cubicBezTo>
                    <a:cubicBezTo>
                      <a:pt x="51" y="42"/>
                      <a:pt x="62" y="38"/>
                      <a:pt x="63" y="35"/>
                    </a:cubicBezTo>
                    <a:cubicBezTo>
                      <a:pt x="69" y="24"/>
                      <a:pt x="77" y="14"/>
                      <a:pt x="94" y="17"/>
                    </a:cubicBezTo>
                    <a:cubicBezTo>
                      <a:pt x="97" y="17"/>
                      <a:pt x="110" y="12"/>
                      <a:pt x="103" y="1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7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2898776" y="1452562"/>
                <a:ext cx="411163" cy="160338"/>
              </a:xfrm>
              <a:custGeom>
                <a:avLst/>
                <a:gdLst>
                  <a:gd name="T0" fmla="*/ 102 w 109"/>
                  <a:gd name="T1" fmla="*/ 11 h 42"/>
                  <a:gd name="T2" fmla="*/ 58 w 109"/>
                  <a:gd name="T3" fmla="*/ 25 h 42"/>
                  <a:gd name="T4" fmla="*/ 3 w 109"/>
                  <a:gd name="T5" fmla="*/ 17 h 42"/>
                  <a:gd name="T6" fmla="*/ 16 w 109"/>
                  <a:gd name="T7" fmla="*/ 17 h 42"/>
                  <a:gd name="T8" fmla="*/ 50 w 109"/>
                  <a:gd name="T9" fmla="*/ 38 h 42"/>
                  <a:gd name="T10" fmla="*/ 63 w 109"/>
                  <a:gd name="T11" fmla="*/ 36 h 42"/>
                  <a:gd name="T12" fmla="*/ 94 w 109"/>
                  <a:gd name="T13" fmla="*/ 17 h 42"/>
                  <a:gd name="T14" fmla="*/ 102 w 109"/>
                  <a:gd name="T15" fmla="*/ 1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9" h="42">
                    <a:moveTo>
                      <a:pt x="102" y="11"/>
                    </a:moveTo>
                    <a:cubicBezTo>
                      <a:pt x="85" y="8"/>
                      <a:pt x="69" y="13"/>
                      <a:pt x="58" y="25"/>
                    </a:cubicBezTo>
                    <a:cubicBezTo>
                      <a:pt x="46" y="7"/>
                      <a:pt x="20" y="0"/>
                      <a:pt x="3" y="17"/>
                    </a:cubicBezTo>
                    <a:cubicBezTo>
                      <a:pt x="0" y="21"/>
                      <a:pt x="13" y="20"/>
                      <a:pt x="16" y="17"/>
                    </a:cubicBezTo>
                    <a:cubicBezTo>
                      <a:pt x="29" y="3"/>
                      <a:pt x="46" y="27"/>
                      <a:pt x="50" y="38"/>
                    </a:cubicBezTo>
                    <a:cubicBezTo>
                      <a:pt x="51" y="42"/>
                      <a:pt x="61" y="38"/>
                      <a:pt x="63" y="36"/>
                    </a:cubicBezTo>
                    <a:cubicBezTo>
                      <a:pt x="69" y="24"/>
                      <a:pt x="77" y="14"/>
                      <a:pt x="94" y="17"/>
                    </a:cubicBezTo>
                    <a:cubicBezTo>
                      <a:pt x="97" y="17"/>
                      <a:pt x="109" y="12"/>
                      <a:pt x="102" y="1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8048786" y="929314"/>
              <a:ext cx="2526402" cy="591344"/>
              <a:chOff x="7447157" y="3190221"/>
              <a:chExt cx="3465832" cy="811232"/>
            </a:xfrm>
          </p:grpSpPr>
          <p:sp>
            <p:nvSpPr>
              <p:cNvPr id="69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7667626" y="3226587"/>
                <a:ext cx="851750" cy="299961"/>
              </a:xfrm>
              <a:custGeom>
                <a:avLst/>
                <a:gdLst>
                  <a:gd name="T0" fmla="*/ 1128 w 1128"/>
                  <a:gd name="T1" fmla="*/ 395 h 395"/>
                  <a:gd name="T2" fmla="*/ 1128 w 1128"/>
                  <a:gd name="T3" fmla="*/ 382 h 395"/>
                  <a:gd name="T4" fmla="*/ 948 w 1128"/>
                  <a:gd name="T5" fmla="*/ 165 h 395"/>
                  <a:gd name="T6" fmla="*/ 784 w 1128"/>
                  <a:gd name="T7" fmla="*/ 293 h 395"/>
                  <a:gd name="T8" fmla="*/ 758 w 1128"/>
                  <a:gd name="T9" fmla="*/ 266 h 395"/>
                  <a:gd name="T10" fmla="*/ 759 w 1128"/>
                  <a:gd name="T11" fmla="*/ 241 h 395"/>
                  <a:gd name="T12" fmla="*/ 641 w 1128"/>
                  <a:gd name="T13" fmla="*/ 99 h 395"/>
                  <a:gd name="T14" fmla="*/ 607 w 1128"/>
                  <a:gd name="T15" fmla="*/ 105 h 395"/>
                  <a:gd name="T16" fmla="*/ 430 w 1128"/>
                  <a:gd name="T17" fmla="*/ 0 h 395"/>
                  <a:gd name="T18" fmla="*/ 214 w 1128"/>
                  <a:gd name="T19" fmla="*/ 200 h 395"/>
                  <a:gd name="T20" fmla="*/ 181 w 1128"/>
                  <a:gd name="T21" fmla="*/ 196 h 395"/>
                  <a:gd name="T22" fmla="*/ 0 w 1128"/>
                  <a:gd name="T23" fmla="*/ 395 h 395"/>
                  <a:gd name="T24" fmla="*/ 1128 w 1128"/>
                  <a:gd name="T25" fmla="*/ 395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28" h="395">
                    <a:moveTo>
                      <a:pt x="1128" y="395"/>
                    </a:moveTo>
                    <a:cubicBezTo>
                      <a:pt x="1128" y="391"/>
                      <a:pt x="1128" y="387"/>
                      <a:pt x="1128" y="382"/>
                    </a:cubicBezTo>
                    <a:cubicBezTo>
                      <a:pt x="1128" y="263"/>
                      <a:pt x="1047" y="165"/>
                      <a:pt x="948" y="165"/>
                    </a:cubicBezTo>
                    <a:cubicBezTo>
                      <a:pt x="875" y="165"/>
                      <a:pt x="812" y="218"/>
                      <a:pt x="784" y="293"/>
                    </a:cubicBezTo>
                    <a:cubicBezTo>
                      <a:pt x="776" y="283"/>
                      <a:pt x="767" y="274"/>
                      <a:pt x="758" y="266"/>
                    </a:cubicBezTo>
                    <a:cubicBezTo>
                      <a:pt x="759" y="258"/>
                      <a:pt x="759" y="250"/>
                      <a:pt x="759" y="241"/>
                    </a:cubicBezTo>
                    <a:cubicBezTo>
                      <a:pt x="759" y="162"/>
                      <a:pt x="707" y="99"/>
                      <a:pt x="641" y="99"/>
                    </a:cubicBezTo>
                    <a:cubicBezTo>
                      <a:pt x="629" y="99"/>
                      <a:pt x="618" y="101"/>
                      <a:pt x="607" y="105"/>
                    </a:cubicBezTo>
                    <a:cubicBezTo>
                      <a:pt x="566" y="41"/>
                      <a:pt x="502" y="0"/>
                      <a:pt x="430" y="0"/>
                    </a:cubicBezTo>
                    <a:cubicBezTo>
                      <a:pt x="326" y="0"/>
                      <a:pt x="240" y="85"/>
                      <a:pt x="214" y="200"/>
                    </a:cubicBezTo>
                    <a:cubicBezTo>
                      <a:pt x="203" y="198"/>
                      <a:pt x="192" y="196"/>
                      <a:pt x="181" y="196"/>
                    </a:cubicBezTo>
                    <a:cubicBezTo>
                      <a:pt x="86" y="196"/>
                      <a:pt x="9" y="283"/>
                      <a:pt x="0" y="395"/>
                    </a:cubicBezTo>
                    <a:lnTo>
                      <a:pt x="1128" y="395"/>
                    </a:lnTo>
                    <a:close/>
                  </a:path>
                </a:pathLst>
              </a:custGeom>
              <a:solidFill>
                <a:srgbClr val="FCF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8597472" y="3556566"/>
                <a:ext cx="562212" cy="197994"/>
              </a:xfrm>
              <a:custGeom>
                <a:avLst/>
                <a:gdLst>
                  <a:gd name="T0" fmla="*/ 1128 w 1128"/>
                  <a:gd name="T1" fmla="*/ 395 h 395"/>
                  <a:gd name="T2" fmla="*/ 1128 w 1128"/>
                  <a:gd name="T3" fmla="*/ 382 h 395"/>
                  <a:gd name="T4" fmla="*/ 948 w 1128"/>
                  <a:gd name="T5" fmla="*/ 165 h 395"/>
                  <a:gd name="T6" fmla="*/ 784 w 1128"/>
                  <a:gd name="T7" fmla="*/ 293 h 395"/>
                  <a:gd name="T8" fmla="*/ 758 w 1128"/>
                  <a:gd name="T9" fmla="*/ 266 h 395"/>
                  <a:gd name="T10" fmla="*/ 759 w 1128"/>
                  <a:gd name="T11" fmla="*/ 241 h 395"/>
                  <a:gd name="T12" fmla="*/ 641 w 1128"/>
                  <a:gd name="T13" fmla="*/ 99 h 395"/>
                  <a:gd name="T14" fmla="*/ 607 w 1128"/>
                  <a:gd name="T15" fmla="*/ 105 h 395"/>
                  <a:gd name="T16" fmla="*/ 430 w 1128"/>
                  <a:gd name="T17" fmla="*/ 0 h 395"/>
                  <a:gd name="T18" fmla="*/ 214 w 1128"/>
                  <a:gd name="T19" fmla="*/ 200 h 395"/>
                  <a:gd name="T20" fmla="*/ 181 w 1128"/>
                  <a:gd name="T21" fmla="*/ 196 h 395"/>
                  <a:gd name="T22" fmla="*/ 0 w 1128"/>
                  <a:gd name="T23" fmla="*/ 395 h 395"/>
                  <a:gd name="T24" fmla="*/ 1128 w 1128"/>
                  <a:gd name="T25" fmla="*/ 395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28" h="395">
                    <a:moveTo>
                      <a:pt x="1128" y="395"/>
                    </a:moveTo>
                    <a:cubicBezTo>
                      <a:pt x="1128" y="391"/>
                      <a:pt x="1128" y="387"/>
                      <a:pt x="1128" y="382"/>
                    </a:cubicBezTo>
                    <a:cubicBezTo>
                      <a:pt x="1128" y="263"/>
                      <a:pt x="1047" y="165"/>
                      <a:pt x="948" y="165"/>
                    </a:cubicBezTo>
                    <a:cubicBezTo>
                      <a:pt x="875" y="165"/>
                      <a:pt x="812" y="218"/>
                      <a:pt x="784" y="293"/>
                    </a:cubicBezTo>
                    <a:cubicBezTo>
                      <a:pt x="776" y="283"/>
                      <a:pt x="767" y="274"/>
                      <a:pt x="758" y="266"/>
                    </a:cubicBezTo>
                    <a:cubicBezTo>
                      <a:pt x="759" y="258"/>
                      <a:pt x="759" y="250"/>
                      <a:pt x="759" y="241"/>
                    </a:cubicBezTo>
                    <a:cubicBezTo>
                      <a:pt x="759" y="162"/>
                      <a:pt x="707" y="99"/>
                      <a:pt x="641" y="99"/>
                    </a:cubicBezTo>
                    <a:cubicBezTo>
                      <a:pt x="629" y="99"/>
                      <a:pt x="618" y="101"/>
                      <a:pt x="607" y="105"/>
                    </a:cubicBezTo>
                    <a:cubicBezTo>
                      <a:pt x="566" y="41"/>
                      <a:pt x="502" y="0"/>
                      <a:pt x="430" y="0"/>
                    </a:cubicBezTo>
                    <a:cubicBezTo>
                      <a:pt x="326" y="0"/>
                      <a:pt x="240" y="85"/>
                      <a:pt x="214" y="200"/>
                    </a:cubicBezTo>
                    <a:cubicBezTo>
                      <a:pt x="203" y="198"/>
                      <a:pt x="192" y="196"/>
                      <a:pt x="181" y="196"/>
                    </a:cubicBezTo>
                    <a:cubicBezTo>
                      <a:pt x="86" y="196"/>
                      <a:pt x="9" y="283"/>
                      <a:pt x="0" y="395"/>
                    </a:cubicBezTo>
                    <a:lnTo>
                      <a:pt x="1128" y="395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8878578" y="3190221"/>
                <a:ext cx="2034411" cy="716459"/>
              </a:xfrm>
              <a:custGeom>
                <a:avLst/>
                <a:gdLst>
                  <a:gd name="T0" fmla="*/ 1128 w 1128"/>
                  <a:gd name="T1" fmla="*/ 395 h 395"/>
                  <a:gd name="T2" fmla="*/ 1128 w 1128"/>
                  <a:gd name="T3" fmla="*/ 382 h 395"/>
                  <a:gd name="T4" fmla="*/ 948 w 1128"/>
                  <a:gd name="T5" fmla="*/ 165 h 395"/>
                  <a:gd name="T6" fmla="*/ 784 w 1128"/>
                  <a:gd name="T7" fmla="*/ 293 h 395"/>
                  <a:gd name="T8" fmla="*/ 758 w 1128"/>
                  <a:gd name="T9" fmla="*/ 266 h 395"/>
                  <a:gd name="T10" fmla="*/ 759 w 1128"/>
                  <a:gd name="T11" fmla="*/ 241 h 395"/>
                  <a:gd name="T12" fmla="*/ 641 w 1128"/>
                  <a:gd name="T13" fmla="*/ 99 h 395"/>
                  <a:gd name="T14" fmla="*/ 607 w 1128"/>
                  <a:gd name="T15" fmla="*/ 105 h 395"/>
                  <a:gd name="T16" fmla="*/ 430 w 1128"/>
                  <a:gd name="T17" fmla="*/ 0 h 395"/>
                  <a:gd name="T18" fmla="*/ 214 w 1128"/>
                  <a:gd name="T19" fmla="*/ 200 h 395"/>
                  <a:gd name="T20" fmla="*/ 181 w 1128"/>
                  <a:gd name="T21" fmla="*/ 196 h 395"/>
                  <a:gd name="T22" fmla="*/ 0 w 1128"/>
                  <a:gd name="T23" fmla="*/ 395 h 395"/>
                  <a:gd name="T24" fmla="*/ 1128 w 1128"/>
                  <a:gd name="T25" fmla="*/ 395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28" h="395">
                    <a:moveTo>
                      <a:pt x="1128" y="395"/>
                    </a:moveTo>
                    <a:cubicBezTo>
                      <a:pt x="1128" y="391"/>
                      <a:pt x="1128" y="387"/>
                      <a:pt x="1128" y="382"/>
                    </a:cubicBezTo>
                    <a:cubicBezTo>
                      <a:pt x="1128" y="263"/>
                      <a:pt x="1047" y="165"/>
                      <a:pt x="948" y="165"/>
                    </a:cubicBezTo>
                    <a:cubicBezTo>
                      <a:pt x="875" y="165"/>
                      <a:pt x="812" y="218"/>
                      <a:pt x="784" y="293"/>
                    </a:cubicBezTo>
                    <a:cubicBezTo>
                      <a:pt x="776" y="283"/>
                      <a:pt x="767" y="274"/>
                      <a:pt x="758" y="266"/>
                    </a:cubicBezTo>
                    <a:cubicBezTo>
                      <a:pt x="759" y="258"/>
                      <a:pt x="759" y="250"/>
                      <a:pt x="759" y="241"/>
                    </a:cubicBezTo>
                    <a:cubicBezTo>
                      <a:pt x="759" y="162"/>
                      <a:pt x="707" y="99"/>
                      <a:pt x="641" y="99"/>
                    </a:cubicBezTo>
                    <a:cubicBezTo>
                      <a:pt x="629" y="99"/>
                      <a:pt x="618" y="101"/>
                      <a:pt x="607" y="105"/>
                    </a:cubicBezTo>
                    <a:cubicBezTo>
                      <a:pt x="566" y="41"/>
                      <a:pt x="502" y="0"/>
                      <a:pt x="430" y="0"/>
                    </a:cubicBezTo>
                    <a:cubicBezTo>
                      <a:pt x="326" y="0"/>
                      <a:pt x="240" y="85"/>
                      <a:pt x="214" y="200"/>
                    </a:cubicBezTo>
                    <a:cubicBezTo>
                      <a:pt x="203" y="198"/>
                      <a:pt x="192" y="196"/>
                      <a:pt x="181" y="196"/>
                    </a:cubicBezTo>
                    <a:cubicBezTo>
                      <a:pt x="86" y="196"/>
                      <a:pt x="9" y="283"/>
                      <a:pt x="0" y="395"/>
                    </a:cubicBezTo>
                    <a:lnTo>
                      <a:pt x="1128" y="395"/>
                    </a:lnTo>
                    <a:close/>
                  </a:path>
                </a:pathLst>
              </a:custGeom>
              <a:solidFill>
                <a:srgbClr val="FCF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7447157" y="3713074"/>
                <a:ext cx="818862" cy="288379"/>
              </a:xfrm>
              <a:custGeom>
                <a:avLst/>
                <a:gdLst>
                  <a:gd name="T0" fmla="*/ 1128 w 1128"/>
                  <a:gd name="T1" fmla="*/ 395 h 395"/>
                  <a:gd name="T2" fmla="*/ 1128 w 1128"/>
                  <a:gd name="T3" fmla="*/ 382 h 395"/>
                  <a:gd name="T4" fmla="*/ 948 w 1128"/>
                  <a:gd name="T5" fmla="*/ 165 h 395"/>
                  <a:gd name="T6" fmla="*/ 784 w 1128"/>
                  <a:gd name="T7" fmla="*/ 293 h 395"/>
                  <a:gd name="T8" fmla="*/ 758 w 1128"/>
                  <a:gd name="T9" fmla="*/ 266 h 395"/>
                  <a:gd name="T10" fmla="*/ 759 w 1128"/>
                  <a:gd name="T11" fmla="*/ 241 h 395"/>
                  <a:gd name="T12" fmla="*/ 641 w 1128"/>
                  <a:gd name="T13" fmla="*/ 99 h 395"/>
                  <a:gd name="T14" fmla="*/ 607 w 1128"/>
                  <a:gd name="T15" fmla="*/ 105 h 395"/>
                  <a:gd name="T16" fmla="*/ 430 w 1128"/>
                  <a:gd name="T17" fmla="*/ 0 h 395"/>
                  <a:gd name="T18" fmla="*/ 214 w 1128"/>
                  <a:gd name="T19" fmla="*/ 200 h 395"/>
                  <a:gd name="T20" fmla="*/ 181 w 1128"/>
                  <a:gd name="T21" fmla="*/ 196 h 395"/>
                  <a:gd name="T22" fmla="*/ 0 w 1128"/>
                  <a:gd name="T23" fmla="*/ 395 h 395"/>
                  <a:gd name="T24" fmla="*/ 1128 w 1128"/>
                  <a:gd name="T25" fmla="*/ 395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28" h="395">
                    <a:moveTo>
                      <a:pt x="1128" y="395"/>
                    </a:moveTo>
                    <a:cubicBezTo>
                      <a:pt x="1128" y="391"/>
                      <a:pt x="1128" y="387"/>
                      <a:pt x="1128" y="382"/>
                    </a:cubicBezTo>
                    <a:cubicBezTo>
                      <a:pt x="1128" y="263"/>
                      <a:pt x="1047" y="165"/>
                      <a:pt x="948" y="165"/>
                    </a:cubicBezTo>
                    <a:cubicBezTo>
                      <a:pt x="875" y="165"/>
                      <a:pt x="812" y="218"/>
                      <a:pt x="784" y="293"/>
                    </a:cubicBezTo>
                    <a:cubicBezTo>
                      <a:pt x="776" y="283"/>
                      <a:pt x="767" y="274"/>
                      <a:pt x="758" y="266"/>
                    </a:cubicBezTo>
                    <a:cubicBezTo>
                      <a:pt x="759" y="258"/>
                      <a:pt x="759" y="250"/>
                      <a:pt x="759" y="241"/>
                    </a:cubicBezTo>
                    <a:cubicBezTo>
                      <a:pt x="759" y="162"/>
                      <a:pt x="707" y="99"/>
                      <a:pt x="641" y="99"/>
                    </a:cubicBezTo>
                    <a:cubicBezTo>
                      <a:pt x="629" y="99"/>
                      <a:pt x="618" y="101"/>
                      <a:pt x="607" y="105"/>
                    </a:cubicBezTo>
                    <a:cubicBezTo>
                      <a:pt x="566" y="41"/>
                      <a:pt x="502" y="0"/>
                      <a:pt x="430" y="0"/>
                    </a:cubicBezTo>
                    <a:cubicBezTo>
                      <a:pt x="326" y="0"/>
                      <a:pt x="240" y="85"/>
                      <a:pt x="214" y="200"/>
                    </a:cubicBezTo>
                    <a:cubicBezTo>
                      <a:pt x="203" y="198"/>
                      <a:pt x="192" y="196"/>
                      <a:pt x="181" y="196"/>
                    </a:cubicBezTo>
                    <a:cubicBezTo>
                      <a:pt x="86" y="196"/>
                      <a:pt x="9" y="283"/>
                      <a:pt x="0" y="395"/>
                    </a:cubicBezTo>
                    <a:lnTo>
                      <a:pt x="1128" y="395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出自【趣你的PPT】(微信:qunideppt)：最优质的PPT资源库"/>
              <p:cNvSpPr>
                <a:spLocks/>
              </p:cNvSpPr>
              <p:nvPr/>
            </p:nvSpPr>
            <p:spPr bwMode="auto">
              <a:xfrm>
                <a:off x="7895303" y="3455360"/>
                <a:ext cx="588963" cy="207415"/>
              </a:xfrm>
              <a:custGeom>
                <a:avLst/>
                <a:gdLst>
                  <a:gd name="T0" fmla="*/ 1128 w 1128"/>
                  <a:gd name="T1" fmla="*/ 395 h 395"/>
                  <a:gd name="T2" fmla="*/ 1128 w 1128"/>
                  <a:gd name="T3" fmla="*/ 382 h 395"/>
                  <a:gd name="T4" fmla="*/ 948 w 1128"/>
                  <a:gd name="T5" fmla="*/ 165 h 395"/>
                  <a:gd name="T6" fmla="*/ 784 w 1128"/>
                  <a:gd name="T7" fmla="*/ 293 h 395"/>
                  <a:gd name="T8" fmla="*/ 758 w 1128"/>
                  <a:gd name="T9" fmla="*/ 266 h 395"/>
                  <a:gd name="T10" fmla="*/ 759 w 1128"/>
                  <a:gd name="T11" fmla="*/ 241 h 395"/>
                  <a:gd name="T12" fmla="*/ 641 w 1128"/>
                  <a:gd name="T13" fmla="*/ 99 h 395"/>
                  <a:gd name="T14" fmla="*/ 607 w 1128"/>
                  <a:gd name="T15" fmla="*/ 105 h 395"/>
                  <a:gd name="T16" fmla="*/ 430 w 1128"/>
                  <a:gd name="T17" fmla="*/ 0 h 395"/>
                  <a:gd name="T18" fmla="*/ 214 w 1128"/>
                  <a:gd name="T19" fmla="*/ 200 h 395"/>
                  <a:gd name="T20" fmla="*/ 181 w 1128"/>
                  <a:gd name="T21" fmla="*/ 196 h 395"/>
                  <a:gd name="T22" fmla="*/ 0 w 1128"/>
                  <a:gd name="T23" fmla="*/ 395 h 395"/>
                  <a:gd name="T24" fmla="*/ 1128 w 1128"/>
                  <a:gd name="T25" fmla="*/ 395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28" h="395">
                    <a:moveTo>
                      <a:pt x="1128" y="395"/>
                    </a:moveTo>
                    <a:cubicBezTo>
                      <a:pt x="1128" y="391"/>
                      <a:pt x="1128" y="387"/>
                      <a:pt x="1128" y="382"/>
                    </a:cubicBezTo>
                    <a:cubicBezTo>
                      <a:pt x="1128" y="263"/>
                      <a:pt x="1047" y="165"/>
                      <a:pt x="948" y="165"/>
                    </a:cubicBezTo>
                    <a:cubicBezTo>
                      <a:pt x="875" y="165"/>
                      <a:pt x="812" y="218"/>
                      <a:pt x="784" y="293"/>
                    </a:cubicBezTo>
                    <a:cubicBezTo>
                      <a:pt x="776" y="283"/>
                      <a:pt x="767" y="274"/>
                      <a:pt x="758" y="266"/>
                    </a:cubicBezTo>
                    <a:cubicBezTo>
                      <a:pt x="759" y="258"/>
                      <a:pt x="759" y="250"/>
                      <a:pt x="759" y="241"/>
                    </a:cubicBezTo>
                    <a:cubicBezTo>
                      <a:pt x="759" y="162"/>
                      <a:pt x="707" y="99"/>
                      <a:pt x="641" y="99"/>
                    </a:cubicBezTo>
                    <a:cubicBezTo>
                      <a:pt x="629" y="99"/>
                      <a:pt x="618" y="101"/>
                      <a:pt x="607" y="105"/>
                    </a:cubicBezTo>
                    <a:cubicBezTo>
                      <a:pt x="566" y="41"/>
                      <a:pt x="502" y="0"/>
                      <a:pt x="430" y="0"/>
                    </a:cubicBezTo>
                    <a:cubicBezTo>
                      <a:pt x="326" y="0"/>
                      <a:pt x="240" y="85"/>
                      <a:pt x="214" y="200"/>
                    </a:cubicBezTo>
                    <a:cubicBezTo>
                      <a:pt x="203" y="198"/>
                      <a:pt x="192" y="196"/>
                      <a:pt x="181" y="196"/>
                    </a:cubicBezTo>
                    <a:cubicBezTo>
                      <a:pt x="86" y="196"/>
                      <a:pt x="9" y="283"/>
                      <a:pt x="0" y="395"/>
                    </a:cubicBezTo>
                    <a:lnTo>
                      <a:pt x="1128" y="395"/>
                    </a:lnTo>
                    <a:close/>
                  </a:path>
                </a:pathLst>
              </a:custGeom>
              <a:solidFill>
                <a:srgbClr val="FF993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" name="出自【趣你的PPT】(微信:qunideppt)：最优质的PPT资源库"/>
          <p:cNvSpPr txBox="1"/>
          <p:nvPr/>
        </p:nvSpPr>
        <p:spPr>
          <a:xfrm>
            <a:off x="4226181" y="1933083"/>
            <a:ext cx="40290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ln w="3175">
                  <a:solidFill>
                    <a:prstClr val="black"/>
                  </a:solidFill>
                </a:ln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有所思，必有所得</a:t>
            </a:r>
          </a:p>
        </p:txBody>
      </p:sp>
      <p:sp>
        <p:nvSpPr>
          <p:cNvPr id="4" name="出自【趣你的PPT】(微信:qunideppt)：最优质的PPT资源库"/>
          <p:cNvSpPr/>
          <p:nvPr/>
        </p:nvSpPr>
        <p:spPr>
          <a:xfrm>
            <a:off x="8810384" y="4435359"/>
            <a:ext cx="387348" cy="387348"/>
          </a:xfrm>
          <a:prstGeom prst="ellipse">
            <a:avLst/>
          </a:prstGeom>
          <a:solidFill>
            <a:srgbClr val="1B6A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5" name="出自【趣你的PPT】(微信:qunideppt)：最优质的PPT资源库"/>
          <p:cNvSpPr/>
          <p:nvPr/>
        </p:nvSpPr>
        <p:spPr>
          <a:xfrm>
            <a:off x="2777522" y="1109355"/>
            <a:ext cx="1039090" cy="1039090"/>
          </a:xfrm>
          <a:prstGeom prst="ellipse">
            <a:avLst/>
          </a:prstGeom>
          <a:solidFill>
            <a:srgbClr val="868A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6" name="出自【趣你的PPT】(微信:qunideppt)：最优质的PPT资源库"/>
          <p:cNvSpPr/>
          <p:nvPr/>
        </p:nvSpPr>
        <p:spPr>
          <a:xfrm>
            <a:off x="10013233" y="3967166"/>
            <a:ext cx="1206945" cy="1206945"/>
          </a:xfrm>
          <a:prstGeom prst="ellipse">
            <a:avLst/>
          </a:prstGeom>
          <a:solidFill>
            <a:srgbClr val="84CB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7" name="出自【趣你的PPT】(微信:qunideppt)：最优质的PPT资源库"/>
          <p:cNvSpPr/>
          <p:nvPr/>
        </p:nvSpPr>
        <p:spPr>
          <a:xfrm>
            <a:off x="721464" y="1994228"/>
            <a:ext cx="1039090" cy="1039090"/>
          </a:xfrm>
          <a:prstGeom prst="ellipse">
            <a:avLst/>
          </a:prstGeom>
          <a:solidFill>
            <a:srgbClr val="F472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8" name="出自【趣你的PPT】(微信:qunideppt)：最优质的PPT资源库"/>
          <p:cNvSpPr/>
          <p:nvPr/>
        </p:nvSpPr>
        <p:spPr>
          <a:xfrm>
            <a:off x="9606110" y="2466431"/>
            <a:ext cx="1098908" cy="1098908"/>
          </a:xfrm>
          <a:prstGeom prst="ellipse">
            <a:avLst/>
          </a:prstGeom>
          <a:solidFill>
            <a:srgbClr val="F8D3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9" name="出自【趣你的PPT】(微信:qunideppt)：最优质的PPT资源库"/>
          <p:cNvSpPr/>
          <p:nvPr/>
        </p:nvSpPr>
        <p:spPr>
          <a:xfrm>
            <a:off x="1650988" y="3574280"/>
            <a:ext cx="1540535" cy="1540535"/>
          </a:xfrm>
          <a:prstGeom prst="ellipse">
            <a:avLst/>
          </a:prstGeom>
          <a:solidFill>
            <a:srgbClr val="7CC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970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741</Words>
  <Application>Microsoft Office PowerPoint</Application>
  <PresentationFormat>宽屏</PresentationFormat>
  <Paragraphs>145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Kaiti SC</vt:lpstr>
      <vt:lpstr>等线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topppt.cn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保水 郝</cp:lastModifiedBy>
  <cp:revision>122</cp:revision>
  <dcterms:created xsi:type="dcterms:W3CDTF">2015-09-07T14:37:38Z</dcterms:created>
  <dcterms:modified xsi:type="dcterms:W3CDTF">2026-04-14T12:02:31Z</dcterms:modified>
</cp:coreProperties>
</file>